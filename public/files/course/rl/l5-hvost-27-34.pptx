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39"/>
  </p:notesMasterIdLst>
  <p:sldIdLst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68" d="100"/>
          <a:sy n="68" d="100"/>
        </p:scale>
        <p:origin x="1098" y="54"/>
      </p:cViewPr>
      <p:guideLst>
        <p:guide pos="3840"/>
        <p:guide pos="2160" orient="horz"/>
        <p:guide pos="867" orient="horz"/>
      </p:guideLst>
    </p:cSldViewPr>
  </p:slideViewPr>
  <p:gridSpacing cx="216001" cy="216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44662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4397609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EB4590AE-419C-7848-9550-F62033609B25}" type="datetimeFigureOut">
              <a:rPr lang="ru-RU"/>
              <a:t/>
            </a:fld>
            <a:endParaRPr lang="ru-RU"/>
          </a:p>
        </p:txBody>
      </p:sp>
      <p:sp>
        <p:nvSpPr>
          <p:cNvPr id="1562981389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2053407926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454096598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28578609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57F69232-B7F1-2A44-AAD4-5E776A4A1F79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1" hdr="0" sldNum="1"/>
  <p:notesStyle>
    <a:lvl1pPr marL="0" algn="l" defTabSz="914400">
      <a:defRPr sz="1200">
        <a:solidFill>
          <a:schemeClr val="tx1"/>
        </a:solidFill>
        <a:latin typeface="Arial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Arial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Arial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Arial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1141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88183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351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BE0BB2-7D40-44F0-4434-CE04BE2CF5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7826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04696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74774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01BA15-158D-6256-B432-3D64B7FD6A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4536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96699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8403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546BD9-87E1-2EAB-22FA-77DB355F9F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2276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9664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116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7EC2E-6C8F-80C0-7FAC-F89D07C6E8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0668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56497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561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184B19-5286-43E3-1682-4EABF0F971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0009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48720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25193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0AC741-1AAD-FA7F-1691-AD6D3208DD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051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8253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402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EE2638-C238-503D-5323-10D7FEC8AD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9181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89541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07031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9CA860-589B-F6C1-3825-58099BB36B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Титульный слайд 1">
    <p:bg>
      <p:bgPr shadeToTitle="0">
        <a:solidFill>
          <a:srgbClr val="F1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674189" name="Текст 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0525143" y="482012"/>
            <a:ext cx="1282403" cy="307777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>
              <a:spcBef>
                <a:spcPts val="0"/>
              </a:spcBef>
              <a:buNone/>
              <a:defRPr lang="ru-RU" sz="2000">
                <a:solidFill>
                  <a:schemeClr val="tx1"/>
                </a:solidFill>
                <a:latin typeface="Arial"/>
              </a:defRPr>
            </a:lvl1pPr>
          </a:lstStyle>
          <a:p>
            <a:pPr marL="228600" lvl="0" indent="-228600">
              <a:lnSpc>
                <a:spcPct val="100000"/>
              </a:lnSpc>
              <a:defRPr/>
            </a:pPr>
            <a:r>
              <a:rPr lang="en-US"/>
              <a:t>00.00.202</a:t>
            </a:r>
            <a:r>
              <a:rPr lang="ru-RU"/>
              <a:t>6</a:t>
            </a:r>
            <a:endParaRPr/>
          </a:p>
        </p:txBody>
      </p:sp>
      <p:sp>
        <p:nvSpPr>
          <p:cNvPr id="1136899034" name="Text Placeholder 2"/>
          <p:cNvSpPr>
            <a:spLocks noGrp="1"/>
          </p:cNvSpPr>
          <p:nvPr>
            <p:ph type="body" idx="1" hasCustomPrompt="1"/>
          </p:nvPr>
        </p:nvSpPr>
        <p:spPr bwMode="auto">
          <a:xfrm>
            <a:off x="392407" y="2279703"/>
            <a:ext cx="8482112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sz="20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1000"/>
              </a:spcBef>
              <a:buFont typeface="Arial"/>
              <a:buNone/>
              <a:defRPr/>
            </a:pPr>
            <a:r>
              <a:rPr lang="ru-RU"/>
              <a:t>Подзаголовок</a:t>
            </a:r>
            <a:endParaRPr lang="en-US"/>
          </a:p>
        </p:txBody>
      </p:sp>
      <p:sp>
        <p:nvSpPr>
          <p:cNvPr id="34508301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392407" y="394505"/>
            <a:ext cx="846931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 algn="l" defTabSz="914400">
              <a:lnSpc>
                <a:spcPct val="70000"/>
              </a:lnSpc>
              <a:spcBef>
                <a:spcPts val="0"/>
              </a:spcBef>
              <a:buNone/>
              <a:defRPr lang="en-US" sz="6600" b="1" spc="-70">
                <a:solidFill>
                  <a:schemeClr val="tx1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Длинный заголовок </a:t>
            </a:r>
            <a:br>
              <a:rPr lang="ru-RU"/>
            </a:br>
            <a:r>
              <a:rPr lang="ru-RU"/>
              <a:t>в две строки</a:t>
            </a:r>
            <a:endParaRPr lang="en-US"/>
          </a:p>
        </p:txBody>
      </p:sp>
      <p:pic>
        <p:nvPicPr>
          <p:cNvPr id="506173735" name="Т1"/>
          <p:cNvPicPr>
            <a:picLocks noChangeAspect="1"/>
          </p:cNvPicPr>
          <p:nvPr userDrawn="1"/>
        </p:nvPicPr>
        <p:blipFill rotWithShape="1">
          <a:blip r:embed="rId2"/>
          <a:srcRect l="0" t="2251" r="0" b="2251"/>
          <a:stretch/>
        </p:blipFill>
        <p:spPr bwMode="auto">
          <a:xfrm>
            <a:off x="384366" y="5938771"/>
            <a:ext cx="1446895" cy="540000"/>
          </a:xfrm>
          <a:prstGeom prst="rect">
            <a:avLst/>
          </a:prstGeom>
        </p:spPr>
      </p:pic>
      <p:pic>
        <p:nvPicPr>
          <p:cNvPr id="700521239" name="Рисунок 8"/>
          <p:cNvPicPr>
            <a:picLocks noChangeAspect="1"/>
          </p:cNvPicPr>
          <p:nvPr userDrawn="1"/>
        </p:nvPicPr>
        <p:blipFill rotWithShape="1">
          <a:blip r:embed="rId3"/>
          <a:srcRect l="0" t="-2336" r="0" b="0"/>
          <a:stretch/>
        </p:blipFill>
        <p:spPr bwMode="auto">
          <a:xfrm>
            <a:off x="3078480" y="1183376"/>
            <a:ext cx="9113520" cy="56746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Разделитель голубой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3003086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Arial"/>
              </a:defRPr>
            </a:lvl1pPr>
          </a:lstStyle>
          <a:p>
            <a:pPr>
              <a:defRPr/>
            </a:pPr>
            <a:r>
              <a:rPr lang="ru-RU"/>
              <a:t>Обложка раздела</a:t>
            </a:r>
            <a:endParaRPr lang="en-US"/>
          </a:p>
        </p:txBody>
      </p:sp>
      <p:sp>
        <p:nvSpPr>
          <p:cNvPr id="1465655090" name="Текст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32619" y="1434455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>
                <a:solidFill>
                  <a:schemeClr val="bg1"/>
                </a:solidFill>
                <a:latin typeface="Arial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>
              <a:lnSpc>
                <a:spcPct val="100000"/>
              </a:lnSpc>
              <a:spcBef>
                <a:spcPts val="1000"/>
              </a:spcBef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276165220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Содержание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65582" name="TextBox 3"/>
          <p:cNvSpPr txBox="1"/>
          <p:nvPr/>
        </p:nvSpPr>
        <p:spPr bwMode="auto">
          <a:xfrm>
            <a:off x="431799" y="375858"/>
            <a:ext cx="8950682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48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Содержание</a:t>
            </a:r>
            <a:endParaRPr/>
          </a:p>
        </p:txBody>
      </p:sp>
      <p:sp>
        <p:nvSpPr>
          <p:cNvPr id="394031616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577557410" name="Текст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42913" y="1384989"/>
            <a:ext cx="7698197" cy="1329595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360000" indent="-3600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2000" b="1">
                <a:solidFill>
                  <a:schemeClr val="bg1"/>
                </a:solidFill>
                <a:latin typeface="+mn-lt"/>
              </a:defRPr>
            </a:lvl1pPr>
            <a:lvl2pPr marL="540000" indent="-21600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Arial"/>
              <a:buChar char="+"/>
              <a:defRPr sz="2000" b="0">
                <a:solidFill>
                  <a:schemeClr val="bg1"/>
                </a:solidFill>
                <a:latin typeface="+mn-lt"/>
              </a:defRPr>
            </a:lvl2pPr>
            <a:lvl3pPr marL="1080000" indent="-216000"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00" b="0">
                <a:solidFill>
                  <a:schemeClr val="bg1"/>
                </a:solidFill>
                <a:latin typeface="+mn-lt"/>
              </a:defRPr>
            </a:lvl3pPr>
            <a:lvl4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4pPr>
            <a:lvl5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5pPr>
          </a:lstStyle>
          <a:p>
            <a:pPr lvl="0">
              <a:defRPr/>
            </a:pPr>
            <a:r>
              <a:rPr lang="ru-RU"/>
              <a:t>Пункт </a:t>
            </a:r>
            <a:endParaRPr/>
          </a:p>
          <a:p>
            <a:pPr lvl="1">
              <a:defRPr/>
            </a:pPr>
            <a:r>
              <a:rPr lang="ru-RU"/>
              <a:t>подпункт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2"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Разделитель голубой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18049" name="Полилиния: фигура 3"/>
          <p:cNvSpPr/>
          <p:nvPr userDrawn="1"/>
        </p:nvSpPr>
        <p:spPr bwMode="auto">
          <a:xfrm>
            <a:off x="11196444" y="443503"/>
            <a:ext cx="562937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sz="2700">
              <a:latin typeface="Arial"/>
            </a:endParaRPr>
          </a:p>
        </p:txBody>
      </p:sp>
      <p:sp>
        <p:nvSpPr>
          <p:cNvPr id="230147451" name="TextBox 3"/>
          <p:cNvSpPr txBox="1"/>
          <p:nvPr userDrawn="1"/>
        </p:nvSpPr>
        <p:spPr bwMode="auto">
          <a:xfrm>
            <a:off x="431799" y="443503"/>
            <a:ext cx="8950682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309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30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Знакомство</a:t>
            </a:r>
            <a:endParaRPr sz="3000"/>
          </a:p>
        </p:txBody>
      </p:sp>
      <p:sp>
        <p:nvSpPr>
          <p:cNvPr id="466276816" name="Рисунок 2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554057" y="1728890"/>
            <a:ext cx="3404023" cy="3403498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850"/>
            </a:lvl1pPr>
          </a:lstStyle>
          <a:p>
            <a:pPr>
              <a:defRPr/>
            </a:pPr>
            <a:r>
              <a:rPr lang="ru-RU"/>
              <a:t>Фото эксперта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Содержание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3587255" name="Рисунок 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2349661" y="1321684"/>
            <a:ext cx="9842339" cy="5536316"/>
          </a:xfrm>
          <a:prstGeom prst="rect">
            <a:avLst/>
          </a:prstGeom>
        </p:spPr>
      </p:pic>
      <p:sp>
        <p:nvSpPr>
          <p:cNvPr id="388695078" name="TextBox 3"/>
          <p:cNvSpPr txBox="1"/>
          <p:nvPr/>
        </p:nvSpPr>
        <p:spPr bwMode="auto">
          <a:xfrm>
            <a:off x="431799" y="375858"/>
            <a:ext cx="8950682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48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Вопросы</a:t>
            </a:r>
            <a:endParaRPr/>
          </a:p>
        </p:txBody>
      </p:sp>
      <p:sp>
        <p:nvSpPr>
          <p:cNvPr id="854397487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31875984" name="Текст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42913" y="1384989"/>
            <a:ext cx="7698197" cy="1329595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360000" indent="-3600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2000" b="1">
                <a:solidFill>
                  <a:schemeClr val="bg1"/>
                </a:solidFill>
                <a:latin typeface="+mn-lt"/>
              </a:defRPr>
            </a:lvl1pPr>
            <a:lvl2pPr marL="540000" indent="-21600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Arial"/>
              <a:buChar char="+"/>
              <a:defRPr sz="2000" b="0">
                <a:solidFill>
                  <a:schemeClr val="bg1"/>
                </a:solidFill>
                <a:latin typeface="+mn-lt"/>
              </a:defRPr>
            </a:lvl2pPr>
            <a:lvl3pPr marL="1080000" indent="-216000"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00" b="0">
                <a:solidFill>
                  <a:schemeClr val="bg1"/>
                </a:solidFill>
                <a:latin typeface="+mn-lt"/>
              </a:defRPr>
            </a:lvl3pPr>
            <a:lvl4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4pPr>
            <a:lvl5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5pPr>
          </a:lstStyle>
          <a:p>
            <a:pPr lvl="0">
              <a:defRPr/>
            </a:pPr>
            <a:r>
              <a:rPr lang="ru-RU"/>
              <a:t>Пункт </a:t>
            </a:r>
            <a:endParaRPr/>
          </a:p>
          <a:p>
            <a:pPr lvl="1">
              <a:defRPr/>
            </a:pPr>
            <a:r>
              <a:rPr lang="ru-RU"/>
              <a:t>подпункт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2"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Разделитель темный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7923746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Обложка раздела</a:t>
            </a:r>
            <a:endParaRPr lang="en-US"/>
          </a:p>
        </p:txBody>
      </p:sp>
      <p:sp>
        <p:nvSpPr>
          <p:cNvPr id="889361108" name="Текст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32619" y="1434455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>
              <a:lnSpc>
                <a:spcPct val="100000"/>
              </a:lnSpc>
              <a:spcBef>
                <a:spcPts val="1000"/>
              </a:spcBef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335657640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953357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14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348784574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06530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+ под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380182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456497756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2009733232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085347516" name="Текст 5"/>
          <p:cNvSpPr>
            <a:spLocks noGrp="1"/>
          </p:cNvSpPr>
          <p:nvPr>
            <p:ph type="body" sz="quarter" idx="13"/>
          </p:nvPr>
        </p:nvSpPr>
        <p:spPr bwMode="auto">
          <a:xfrm>
            <a:off x="431799" y="1458390"/>
            <a:ext cx="9617075" cy="1506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201181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786875297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16160889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528359419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431799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55822709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6191250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3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0826988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801538372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49694462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431799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66190344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271169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67653745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8110538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69119817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4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045808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155670328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471340181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31799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84029655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619865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52490955" name="Текст 5"/>
          <p:cNvSpPr>
            <a:spLocks noGrp="1"/>
          </p:cNvSpPr>
          <p:nvPr>
            <p:ph type="body" sz="quarter" idx="19"/>
          </p:nvPr>
        </p:nvSpPr>
        <p:spPr bwMode="auto">
          <a:xfrm>
            <a:off x="908208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06932905" name="Текст 5"/>
          <p:cNvSpPr>
            <a:spLocks noGrp="1"/>
          </p:cNvSpPr>
          <p:nvPr>
            <p:ph type="body" sz="quarter" idx="20"/>
          </p:nvPr>
        </p:nvSpPr>
        <p:spPr bwMode="auto">
          <a:xfrm>
            <a:off x="3327821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07379099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 колон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952589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683662613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91739796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2129123569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31799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521679775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2741862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130837377" name="Текст 5"/>
          <p:cNvSpPr>
            <a:spLocks noGrp="1"/>
          </p:cNvSpPr>
          <p:nvPr>
            <p:ph type="body" sz="quarter" idx="19"/>
          </p:nvPr>
        </p:nvSpPr>
        <p:spPr bwMode="auto">
          <a:xfrm>
            <a:off x="5051925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32307062" name="Текст 5"/>
          <p:cNvSpPr>
            <a:spLocks noGrp="1"/>
          </p:cNvSpPr>
          <p:nvPr>
            <p:ph type="body" sz="quarter" idx="20"/>
          </p:nvPr>
        </p:nvSpPr>
        <p:spPr bwMode="auto">
          <a:xfrm>
            <a:off x="7352363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3506371" name="Текст 5"/>
          <p:cNvSpPr>
            <a:spLocks noGrp="1"/>
          </p:cNvSpPr>
          <p:nvPr>
            <p:ph type="body" sz="quarter" idx="21"/>
          </p:nvPr>
        </p:nvSpPr>
        <p:spPr bwMode="auto">
          <a:xfrm>
            <a:off x="9652801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+ фото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252360" name="Рисунок 6"/>
          <p:cNvSpPr>
            <a:spLocks noGrp="1"/>
          </p:cNvSpPr>
          <p:nvPr>
            <p:ph type="pic" sz="quarter" idx="12"/>
          </p:nvPr>
        </p:nvSpPr>
        <p:spPr bwMode="auto">
          <a:xfrm>
            <a:off x="7343774" y="0"/>
            <a:ext cx="4848225" cy="6858000"/>
          </a:xfrm>
          <a:prstGeom prst="rect">
            <a:avLst/>
          </a:prstGeom>
          <a:solidFill>
            <a:srgbClr val="151515"/>
          </a:solidFill>
        </p:spPr>
        <p:txBody>
          <a:bodyPr/>
          <a:lstStyle>
            <a:lvl1pPr>
              <a:defRPr lang="ru-RU">
                <a:solidFill>
                  <a:srgbClr val="151515"/>
                </a:solidFill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2105270222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6266564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50434880" name="Текст 5"/>
          <p:cNvSpPr>
            <a:spLocks noGrp="1"/>
          </p:cNvSpPr>
          <p:nvPr>
            <p:ph type="body" sz="quarter" idx="14"/>
          </p:nvPr>
        </p:nvSpPr>
        <p:spPr bwMode="auto">
          <a:xfrm>
            <a:off x="431799" y="1022549"/>
            <a:ext cx="6266565" cy="4433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 b="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34279234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2123304556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 на весь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754103" name="Рисунок 10"/>
          <p:cNvSpPr>
            <a:spLocks noGrp="1"/>
          </p:cNvSpPr>
          <p:nvPr>
            <p:ph type="pic" sz="quarter" idx="12"/>
          </p:nvPr>
        </p:nvSpPr>
        <p:spPr bwMode="auto"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</p:spPr>
        <p:txBody>
          <a:bodyPr wrap="square" lIns="360000">
            <a:noAutofit/>
          </a:bodyPr>
          <a:lstStyle>
            <a:lvl1pPr marL="0" indent="0" algn="l">
              <a:buNone/>
              <a:defRPr lang="ru-RU" sz="1400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601879610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303335463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Контент + голубой фон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676295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536051187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83252070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2028705029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Контент + темный фон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3088629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2025205734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3085443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653709294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Маленький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6580863" name="Заголовок 3"/>
          <p:cNvSpPr>
            <a:spLocks noGrp="1"/>
          </p:cNvSpPr>
          <p:nvPr>
            <p:ph type="title"/>
          </p:nvPr>
        </p:nvSpPr>
        <p:spPr bwMode="auto">
          <a:xfrm>
            <a:off x="432619" y="466293"/>
            <a:ext cx="9519903" cy="2224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18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4377484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6263993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4_Контент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540388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3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113105162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06530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Arial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91168580" name="Picture Placeholder 7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1140375" y="197305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276614999" name="Picture Placeholder 7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2831062" y="1986667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192045744" name="Picture Placeholder 7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4563705" y="1987573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721125350" name="Picture Placeholder 7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6292492" y="1985941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554269931" name="Picture Placeholder 7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8052349" y="197305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539997481" name="Picture Placeholder 7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9781136" y="1971427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763853656" name="Picture Placeholder 7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442913" y="3728044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14622758" name="Picture Placeholder 7"/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2096887" y="3716713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955748889" name="Picture Placeholder 7"/>
          <p:cNvSpPr>
            <a:spLocks noGrp="1"/>
          </p:cNvSpPr>
          <p:nvPr>
            <p:ph type="pic" sz="quarter" idx="21" hasCustomPrompt="1"/>
          </p:nvPr>
        </p:nvSpPr>
        <p:spPr bwMode="auto">
          <a:xfrm>
            <a:off x="3786581" y="371761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014709766" name="Picture Placeholder 7"/>
          <p:cNvSpPr>
            <a:spLocks noGrp="1"/>
          </p:cNvSpPr>
          <p:nvPr>
            <p:ph type="pic" sz="quarter" idx="22" hasCustomPrompt="1"/>
          </p:nvPr>
        </p:nvSpPr>
        <p:spPr bwMode="auto">
          <a:xfrm>
            <a:off x="5522869" y="3724300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662810224" name="Picture Placeholder 7"/>
          <p:cNvSpPr>
            <a:spLocks noGrp="1"/>
          </p:cNvSpPr>
          <p:nvPr>
            <p:ph type="pic" sz="quarter" idx="23" hasCustomPrompt="1"/>
          </p:nvPr>
        </p:nvSpPr>
        <p:spPr bwMode="auto">
          <a:xfrm>
            <a:off x="7249938" y="3728044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080775213" name="Picture Placeholder 7"/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8973129" y="3726412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236981716" name="Picture Placeholder 7"/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10606088" y="3718718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Спасибо за внимание">
    <p:bg>
      <p:bgPr shadeToTitle="0">
        <a:solidFill>
          <a:srgbClr val="F1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881248" name="TextBox 2"/>
          <p:cNvSpPr txBox="1"/>
          <p:nvPr userDrawn="1"/>
        </p:nvSpPr>
        <p:spPr bwMode="auto">
          <a:xfrm>
            <a:off x="387546" y="414000"/>
            <a:ext cx="613345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>
              <a:lnSpc>
                <a:spcPct val="70000"/>
              </a:lnSpc>
              <a:spcBef>
                <a:spcPts val="0"/>
              </a:spcBef>
              <a:buNone/>
              <a:defRPr sz="6600" spc="-70">
                <a:solidFill>
                  <a:schemeClr val="bg1"/>
                </a:solidFill>
                <a:latin typeface="ALS Hauss Medium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Спасибо </a:t>
            </a:r>
            <a:br>
              <a:rPr lang="ru-RU" b="1">
                <a:solidFill>
                  <a:schemeClr val="tx1"/>
                </a:solidFill>
                <a:latin typeface="Arial"/>
              </a:rPr>
            </a:br>
            <a:r>
              <a:rPr lang="ru-RU" b="1">
                <a:solidFill>
                  <a:schemeClr val="tx1"/>
                </a:solidFill>
                <a:latin typeface="Arial"/>
              </a:rPr>
              <a:t>за внимание</a:t>
            </a:r>
            <a:endParaRPr/>
          </a:p>
        </p:txBody>
      </p:sp>
      <p:pic>
        <p:nvPicPr>
          <p:cNvPr id="1008924692" name="Рисунок 1"/>
          <p:cNvPicPr>
            <a:picLocks noChangeAspect="1"/>
          </p:cNvPicPr>
          <p:nvPr userDrawn="1"/>
        </p:nvPicPr>
        <p:blipFill rotWithShape="1">
          <a:blip r:embed="rId2"/>
          <a:srcRect l="0" t="-2336" r="0" b="0"/>
          <a:stretch/>
        </p:blipFill>
        <p:spPr bwMode="auto">
          <a:xfrm>
            <a:off x="3370728" y="414000"/>
            <a:ext cx="8821271" cy="6444000"/>
          </a:xfrm>
          <a:prstGeom prst="rect">
            <a:avLst/>
          </a:prstGeom>
        </p:spPr>
      </p:pic>
      <p:pic>
        <p:nvPicPr>
          <p:cNvPr id="1759588004" name="Т1"/>
          <p:cNvPicPr>
            <a:picLocks noChangeAspect="1"/>
          </p:cNvPicPr>
          <p:nvPr userDrawn="1"/>
        </p:nvPicPr>
        <p:blipFill rotWithShape="1">
          <a:blip r:embed="rId3"/>
          <a:srcRect l="0" t="2251" r="0" b="2251"/>
          <a:stretch/>
        </p:blipFill>
        <p:spPr bwMode="auto">
          <a:xfrm>
            <a:off x="384366" y="5938771"/>
            <a:ext cx="1446895" cy="54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1197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93413209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431799" y="6356351"/>
            <a:ext cx="2743200" cy="365124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B72D850-F836-2C18-A1F0-80B65E54C6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045389" name="Нижний колонтитул 1"/>
          <p:cNvSpPr txBox="1"/>
          <p:nvPr userDrawn="1"/>
        </p:nvSpPr>
        <p:spPr bwMode="auto">
          <a:xfrm>
            <a:off x="432619" y="5806118"/>
            <a:ext cx="9266646" cy="123111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defPPr>
              <a:defRPr lang="ru-RU"/>
            </a:defPPr>
            <a:lvl1pPr marL="0" algn="l" defTabSz="914400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942937667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2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dt="0" ftr="1" hdr="0" sldNum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Relationship Id="rId4" Type="http://schemas.openxmlformats.org/officeDocument/2006/relationships/image" Target="../media/image3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Relationship Id="rId4" Type="http://schemas.openxmlformats.org/officeDocument/2006/relationships/image" Target="../media/image3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Relationship Id="rId4" Type="http://schemas.openxmlformats.org/officeDocument/2006/relationships/image" Target="../media/image3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Relationship Id="rId4" Type="http://schemas.openxmlformats.org/officeDocument/2006/relationships/image" Target="../media/image3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Relationship Id="rId4" Type="http://schemas.openxmlformats.org/officeDocument/2006/relationships/image" Target="../media/image3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3196229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Итерация по ценностям: max вместо среднего</a:t>
            </a:r>
            <a:endParaRPr/>
          </a:p>
        </p:txBody>
      </p:sp>
      <p:sp>
        <p:nvSpPr>
          <p:cNvPr id="601780923" name="Прямоугольник: скругленные углы 5"/>
          <p:cNvSpPr/>
          <p:nvPr/>
        </p:nvSpPr>
        <p:spPr bwMode="auto">
          <a:xfrm flipH="0" flipV="0">
            <a:off x="429767" y="1051560"/>
            <a:ext cx="11329416" cy="2191475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Отличие от оценки стратегии одно: вместо среднего по действиям стоит max — оценка и улучшение склеиваются в один проход.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На лабиринте: 10 проходов при θ = 0,1 против 233 у GPI — там каждую стратегию считали почти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до нуля.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Ответ тот же: v*(S6) = 3,40 — сверили оба способа.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Законно потому, что максимум тоже сжимает разницу: сходимость сохраняется.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189743488" name="Прямоугольник: скругленные углы 2"/>
          <p:cNvSpPr/>
          <p:nvPr/>
        </p:nvSpPr>
        <p:spPr bwMode="auto">
          <a:xfrm>
            <a:off x="429768" y="5221224"/>
            <a:ext cx="11330136" cy="66502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Точные ценности промежуточных стратегий никому не нужны</a:t>
            </a:r>
            <a:endParaRPr lang="ru-RU" sz="2000" b="1">
              <a:latin typeface="Arial"/>
            </a:endParaRPr>
          </a:p>
        </p:txBody>
      </p:sp>
      <p:pic>
        <p:nvPicPr>
          <p:cNvPr id="101337822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19737"/>
            <a:ext cx="468000" cy="468000"/>
          </a:xfrm>
          <a:prstGeom prst="rect">
            <a:avLst/>
          </a:prstGeom>
        </p:spPr>
      </p:pic>
      <p:pic>
        <p:nvPicPr>
          <p:cNvPr id="867885387" name="Picture 2081775820" descr="f_vi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476755" y="3556634"/>
            <a:ext cx="9235440" cy="135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738419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Грабли этой скорости</a:t>
            </a:r>
            <a:endParaRPr/>
          </a:p>
        </p:txBody>
      </p:sp>
      <p:sp>
        <p:nvSpPr>
          <p:cNvPr id="905133830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Жадный выбор по незрелым ценностям даёт произвольные действия: промежуточная стратегия хорошей быть не обязана.</a:t>
            </a:r>
            <a:endParaRPr lang="ru-RU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Первый жадный шаг увёл вниз почти всё (S1–S8) — лучше, но ещё не оптимум.</a:t>
            </a:r>
            <a:endParaRPr lang="ru-RU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Критерий остановки остаётся прежним: изменения стали меньше порога.</a:t>
            </a:r>
            <a:endParaRPr lang="ru-RU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76585214" name="Прямоугольник: скругленные углы 2"/>
          <p:cNvSpPr/>
          <p:nvPr/>
        </p:nvSpPr>
        <p:spPr bwMode="auto">
          <a:xfrm>
            <a:off x="429768" y="5221224"/>
            <a:ext cx="11330136" cy="66502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Быстро — не значит «стратегия готова в любой момент»</a:t>
            </a:r>
            <a:endParaRPr lang="ru-RU" sz="2000" b="1">
              <a:latin typeface="Arial"/>
            </a:endParaRPr>
          </a:p>
        </p:txBody>
      </p:sp>
      <p:pic>
        <p:nvPicPr>
          <p:cNvPr id="249775392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19737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745737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Что получилось: карта решений</a:t>
            </a:r>
            <a:endParaRPr/>
          </a:p>
        </p:txBody>
      </p:sp>
      <p:sp>
        <p:nvSpPr>
          <p:cNvPr id="249993861" name="Прямоугольник: скругленные углы 5"/>
          <p:cNvSpPr/>
          <p:nvPr/>
        </p:nvSpPr>
        <p:spPr bwMode="auto">
          <a:xfrm flipH="0" flipV="0">
            <a:off x="457199" y="1133928"/>
            <a:ext cx="4635299" cy="3849551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Карта решений: ценность клетки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и лучшее действие в каждой.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У стены снос заставляет идти вниз заранее — потому вниз только S4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и S8.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Старт S6: 4,58 «по расстоянию», −3,21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у «всегда вправо» и 3,40 — честное решение: снос стоит нам 1,18.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Две разные дороги — один ответ: эти числа решают уравнения Беллмана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для стохастической модели.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2008889866" name="Прямоугольник: скругленные углы 2"/>
          <p:cNvSpPr/>
          <p:nvPr/>
        </p:nvSpPr>
        <p:spPr bwMode="auto">
          <a:xfrm>
            <a:off x="429768" y="5221224"/>
            <a:ext cx="11330855" cy="66502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defRPr/>
            </a:pPr>
            <a:r>
              <a:rPr lang="ru-RU" sz="2200" b="1"/>
              <a:t>Мы решили уравнения Беллмана — и получили стратегию</a:t>
            </a:r>
            <a:endParaRPr lang="ru-RU" sz="2200"/>
          </a:p>
        </p:txBody>
      </p:sp>
      <p:pic>
        <p:nvPicPr>
          <p:cNvPr id="2078611574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19737"/>
            <a:ext cx="468000" cy="468000"/>
          </a:xfrm>
          <a:prstGeom prst="rect">
            <a:avLst/>
          </a:prstGeom>
        </p:spPr>
      </p:pic>
      <p:pic>
        <p:nvPicPr>
          <p:cNvPr id="664726421" name=""/>
          <p:cNvPicPr>
            <a:picLocks noChangeAspect="1"/>
          </p:cNvPicPr>
          <p:nvPr/>
        </p:nvPicPr>
        <p:blipFill rotWithShape="1">
          <a:blip r:embed="rId4"/>
          <a:srcRect l="1648" t="0" r="3019" b="10714"/>
          <a:stretch/>
        </p:blipFill>
        <p:spPr bwMode="auto">
          <a:xfrm flipH="0" flipV="0">
            <a:off x="5136837" y="1133928"/>
            <a:ext cx="6623066" cy="39562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38185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Где метод кончается</a:t>
            </a:r>
            <a:endParaRPr/>
          </a:p>
        </p:txBody>
      </p:sp>
      <p:sp>
        <p:nvSpPr>
          <p:cNvPr id="550971369" name="Прямоугольник: скругленные углы 5"/>
          <p:cNvSpPr/>
          <p:nvPr/>
        </p:nvSpPr>
        <p:spPr bwMode="auto">
          <a:xfrm flipH="0" flipV="0">
            <a:off x="457200" y="1325880"/>
            <a:ext cx="4159049" cy="365760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Отсюда два следующих шага курса: убрать модель и ужать таблицу.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Метод не «плохой».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Он требует того, чего в реальных задачах обычно нет.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199445966" name="Прямоугольник: скругленные углы 2"/>
          <p:cNvSpPr/>
          <p:nvPr/>
        </p:nvSpPr>
        <p:spPr bwMode="auto">
          <a:xfrm>
            <a:off x="429768" y="5221224"/>
            <a:ext cx="11330496" cy="697530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Требования метода — это карта следующих лекций</a:t>
            </a:r>
            <a:endParaRPr lang="ru-RU" sz="2200" b="1">
              <a:latin typeface="Arial"/>
            </a:endParaRPr>
          </a:p>
        </p:txBody>
      </p:sp>
      <p:pic>
        <p:nvPicPr>
          <p:cNvPr id="1200342731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35989"/>
            <a:ext cx="468000" cy="468000"/>
          </a:xfrm>
          <a:prstGeom prst="rect">
            <a:avLst/>
          </a:prstGeom>
        </p:spPr>
      </p:pic>
      <p:pic>
        <p:nvPicPr>
          <p:cNvPr id="1164978670" name=""/>
          <p:cNvPicPr>
            <a:picLocks noChangeAspect="1"/>
          </p:cNvPicPr>
          <p:nvPr/>
        </p:nvPicPr>
        <p:blipFill rotWithShape="1">
          <a:blip r:embed="rId4"/>
          <a:srcRect l="0" t="0" r="0" b="7986"/>
          <a:stretch/>
        </p:blipFill>
        <p:spPr bwMode="auto">
          <a:xfrm flipH="0" flipV="0">
            <a:off x="4679613" y="1065892"/>
            <a:ext cx="7080650" cy="4155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839326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Зачем это в RL</a:t>
            </a:r>
            <a:endParaRPr/>
          </a:p>
        </p:txBody>
      </p:sp>
      <p:sp>
        <p:nvSpPr>
          <p:cNvPr id="308370345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Цикл «оцени — улучши — снова оцени» лежит под всеми алгоритмами курса.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 лекции 6 меняется только источник правой части: модель → опыт (TD-обновление — один шаг вместо суммы по модели).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Лабораторная 1 «крестики-нолики»: та же таблица ценности, только клеток больше.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Парк транспортных средств: итерация по ценностям и GPI — чем считается стратегия, когда модель задана.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51297569" name="Прямоугольник: скругленные углы 2"/>
          <p:cNvSpPr/>
          <p:nvPr/>
        </p:nvSpPr>
        <p:spPr bwMode="auto">
          <a:xfrm>
            <a:off x="429768" y="5221224"/>
            <a:ext cx="11330496" cy="697530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Тема нужна не для экзамена, а как шаблон дальнейшей работы</a:t>
            </a:r>
            <a:endParaRPr lang="ru-RU" sz="2200" b="1">
              <a:latin typeface="Arial"/>
            </a:endParaRPr>
          </a:p>
        </p:txBody>
      </p:sp>
      <p:pic>
        <p:nvPicPr>
          <p:cNvPr id="790146068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35989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869927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Числа лекции считает программа</a:t>
            </a:r>
            <a:endParaRPr/>
          </a:p>
        </p:txBody>
      </p:sp>
      <p:sp>
        <p:nvSpPr>
          <p:cNvPr id="515796697" name="Прямоугольник: скругленные углы 5"/>
          <p:cNvSpPr/>
          <p:nvPr/>
        </p:nvSpPr>
        <p:spPr bwMode="auto">
          <a:xfrm flipH="0" flipV="0">
            <a:off x="457199" y="1325880"/>
            <a:ext cx="4351817" cy="3754119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</a:t>
            </a: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се числа</a:t>
            </a: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на слайдах — из одного скрипта: та же модель, что в лекции 4.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Он печатает то же, что мы считали руками: проходы, остановку, четыре q из S6.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Считает мгновенно, и каждое число можно прогнать и перепроверить.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Значит, числа на слайдах не «нарисованы» — они получены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из модели.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570315040" name="Прямоугольник: скругленные углы 2"/>
          <p:cNvSpPr/>
          <p:nvPr/>
        </p:nvSpPr>
        <p:spPr bwMode="auto">
          <a:xfrm>
            <a:off x="429768" y="5618098"/>
            <a:ext cx="11330496" cy="697530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Доска и программа говорят одно и то же</a:t>
            </a:r>
            <a:endParaRPr lang="ru-RU" sz="2200" b="1">
              <a:latin typeface="Arial"/>
            </a:endParaRPr>
          </a:p>
        </p:txBody>
      </p:sp>
      <p:pic>
        <p:nvPicPr>
          <p:cNvPr id="859212510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732864"/>
            <a:ext cx="468000" cy="468000"/>
          </a:xfrm>
          <a:prstGeom prst="rect">
            <a:avLst/>
          </a:prstGeom>
        </p:spPr>
      </p:pic>
      <p:pic>
        <p:nvPicPr>
          <p:cNvPr id="992476509" name="Picture 2081775820" descr="s_script_output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035803" y="1280160"/>
            <a:ext cx="6759956" cy="43114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497550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Где мы на карте курса</a:t>
            </a:r>
            <a:endParaRPr/>
          </a:p>
        </p:txBody>
      </p:sp>
      <p:sp>
        <p:nvSpPr>
          <p:cNvPr id="1200450644" name="Прямоугольник: скругленные углы 5"/>
          <p:cNvSpPr/>
          <p:nvPr/>
        </p:nvSpPr>
        <p:spPr bwMode="auto">
          <a:xfrm flipH="0" flipV="0">
            <a:off x="457199" y="1325880"/>
            <a:ext cx="11329416" cy="896619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Мы прошли середину маршрута: формулы → решение по модели.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Дальше по программе — аппроксимация ценностей и каркасы; обзор — в лекции 6.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457386632" name="Прямоугольник: скругленные углы 2"/>
          <p:cNvSpPr/>
          <p:nvPr/>
        </p:nvSpPr>
        <p:spPr bwMode="auto">
          <a:xfrm>
            <a:off x="429768" y="5221224"/>
            <a:ext cx="11330496" cy="1087578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Дальше — только то, что снимает ограничения сегодняшнего метода</a:t>
            </a:r>
            <a:endParaRPr lang="ru-RU" sz="2200" b="1">
              <a:latin typeface="Arial"/>
            </a:endParaRPr>
          </a:p>
        </p:txBody>
      </p:sp>
      <p:pic>
        <p:nvPicPr>
          <p:cNvPr id="1833725126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531013"/>
            <a:ext cx="468000" cy="468000"/>
          </a:xfrm>
          <a:prstGeom prst="rect">
            <a:avLst/>
          </a:prstGeom>
        </p:spPr>
      </p:pic>
      <p:pic>
        <p:nvPicPr>
          <p:cNvPr id="70550056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99184" y="2665930"/>
            <a:ext cx="11645446" cy="22375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251608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Пять мыслей и вопрос на подумать</a:t>
            </a:r>
            <a:endParaRPr/>
          </a:p>
        </p:txBody>
      </p:sp>
      <p:sp>
        <p:nvSpPr>
          <p:cNvPr id="2137289079" name="Прямоугольник: скругленные углы 4"/>
          <p:cNvSpPr/>
          <p:nvPr/>
        </p:nvSpPr>
        <p:spPr bwMode="auto">
          <a:xfrm>
            <a:off x="432673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7200" b="1" spc="20">
                <a:solidFill>
                  <a:srgbClr val="00AAE6"/>
                </a:solidFill>
                <a:latin typeface="Arial"/>
              </a:rPr>
              <a:t>1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1800" b="1">
                <a:solidFill>
                  <a:schemeClr val="tx1"/>
                </a:solidFill>
                <a:latin typeface="Arial"/>
              </a:rPr>
              <a:t>Оценка измеряет</a:t>
            </a:r>
            <a:endParaRPr lang="ru-RU" sz="48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сколько стоит заданная стратегия</a:t>
            </a:r>
            <a:endParaRPr sz="1800"/>
          </a:p>
        </p:txBody>
      </p:sp>
      <p:sp>
        <p:nvSpPr>
          <p:cNvPr id="1530918261" name="Прямоугольник: скругленные углы 5"/>
          <p:cNvSpPr/>
          <p:nvPr/>
        </p:nvSpPr>
        <p:spPr bwMode="auto">
          <a:xfrm>
            <a:off x="3324653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7200" b="1" spc="20">
                <a:solidFill>
                  <a:srgbClr val="00AAE6"/>
                </a:solidFill>
                <a:latin typeface="Arial"/>
              </a:rPr>
              <a:t>2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1800" b="1">
                <a:solidFill>
                  <a:schemeClr val="tx1"/>
                </a:solidFill>
                <a:latin typeface="Arial"/>
              </a:rPr>
              <a:t>Итерация решает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уравнение Беллмана подстановкой</a:t>
            </a:r>
            <a:endParaRPr sz="1800"/>
          </a:p>
        </p:txBody>
      </p:sp>
      <p:sp>
        <p:nvSpPr>
          <p:cNvPr id="1244538619" name="Прямоугольник: скругленные углы 7"/>
          <p:cNvSpPr/>
          <p:nvPr/>
        </p:nvSpPr>
        <p:spPr bwMode="auto">
          <a:xfrm>
            <a:off x="6202347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7200" b="1" spc="20">
                <a:solidFill>
                  <a:srgbClr val="00AAE6"/>
                </a:solidFill>
                <a:latin typeface="Arial"/>
              </a:rPr>
              <a:t>3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1800" b="1">
                <a:solidFill>
                  <a:schemeClr val="tx1"/>
                </a:solidFill>
                <a:latin typeface="Arial"/>
              </a:rPr>
              <a:t>Улучшение превращает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оценки в решение — жадно по q_π</a:t>
            </a:r>
            <a:endParaRPr sz="1800"/>
          </a:p>
        </p:txBody>
      </p:sp>
      <p:sp>
        <p:nvSpPr>
          <p:cNvPr id="1600027948" name="Прямоугольник: скругленные углы 8"/>
          <p:cNvSpPr/>
          <p:nvPr/>
        </p:nvSpPr>
        <p:spPr bwMode="auto">
          <a:xfrm>
            <a:off x="9075280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7200" b="1" spc="20">
                <a:solidFill>
                  <a:srgbClr val="00AAE6"/>
                </a:solidFill>
                <a:latin typeface="Arial"/>
              </a:rPr>
              <a:t>4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1800" b="1">
                <a:solidFill>
                  <a:schemeClr val="tx1"/>
                </a:solidFill>
                <a:latin typeface="Arial"/>
              </a:rPr>
              <a:t>Цикл сходится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к оптимальной стратегии: 3,40 в S6</a:t>
            </a:r>
            <a:endParaRPr sz="1800"/>
          </a:p>
        </p:txBody>
      </p:sp>
      <p:sp>
        <p:nvSpPr>
          <p:cNvPr id="1074421561" name="Прямоугольник: скругленные углы 9"/>
          <p:cNvSpPr/>
          <p:nvPr/>
        </p:nvSpPr>
        <p:spPr bwMode="auto">
          <a:xfrm>
            <a:off x="432674" y="4479348"/>
            <a:ext cx="11325066" cy="148884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107983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2000" b="1">
                <a:latin typeface="Arial"/>
              </a:rPr>
              <a:t>5. Дисконт задаёт горизонт: при γ = 0,9 это десять шагов</a:t>
            </a:r>
            <a:endParaRPr lang="ru-RU" sz="2200" b="1"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2000">
                <a:latin typeface="Arial"/>
              </a:rPr>
              <a:t>Вопрос на подумать: почему при γ = 1 в непрерывной задаче итерация не даёт гарантий сходимости?</a:t>
            </a:r>
            <a:endParaRPr sz="1800"/>
          </a:p>
          <a:p>
            <a:pPr>
              <a:spcAft>
                <a:spcPts val="300"/>
              </a:spcAft>
              <a:defRPr/>
            </a:pPr>
            <a:r>
              <a:rPr lang="ru-RU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А если модели среды нет вовсе — смотреть в лекцию 6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Основной шаблон Т1">
  <a:themeElements>
    <a:clrScheme name="Т1 Гайдлайн">
      <a:dk1>
        <a:srgbClr val="03182B"/>
      </a:dk1>
      <a:lt1>
        <a:srgbClr val="FFFFFF"/>
      </a:lt1>
      <a:dk2>
        <a:srgbClr val="00ADEB"/>
      </a:dk2>
      <a:lt2>
        <a:srgbClr val="00ADEB"/>
      </a:lt2>
      <a:accent1>
        <a:srgbClr val="017FAD"/>
      </a:accent1>
      <a:accent2>
        <a:srgbClr val="0059AA"/>
      </a:accent2>
      <a:accent3>
        <a:srgbClr val="C3C3C3"/>
      </a:accent3>
      <a:accent4>
        <a:srgbClr val="151515"/>
      </a:accent4>
      <a:accent5>
        <a:srgbClr val="ECF2F9"/>
      </a:accent5>
      <a:accent6>
        <a:srgbClr val="C7F1FF"/>
      </a:accent6>
      <a:hlink>
        <a:srgbClr val="00ADEB"/>
      </a:hlink>
      <a:folHlink>
        <a:srgbClr val="005AAA"/>
      </a:folHlink>
    </a:clrScheme>
    <a:fontScheme name="Другая 4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2">
            <a:lumMod val="20000"/>
            <a:lumOff val="80000"/>
            <a:alpha val="70000"/>
          </a:schemeClr>
        </a:solidFill>
        <a:ln>
          <a:noFill/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15875">
          <a:solidFill>
            <a:schemeClr val="bg2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DocSecurity>0</DocSecurity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Таблица</dc:title>
  <dc:subject/>
  <dc:creator>Приходько Антон</dc:creator>
  <cp:keywords/>
  <dc:description/>
  <dc:identifier/>
  <dc:language/>
  <cp:lastModifiedBy/>
  <cp:revision>187</cp:revision>
  <dcterms:created xsi:type="dcterms:W3CDTF">2023-02-20T15:32:58Z</dcterms:created>
  <dcterms:modified xsi:type="dcterms:W3CDTF">2026-10-08T21:43:09Z</dcterms:modified>
  <cp:category/>
  <cp:contentStatus/>
  <cp:version/>
</cp:coreProperties>
</file>