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1"/>
  </p:sldMasterIdLst>
  <p:notesMasterIdLst>
    <p:notesMasterId r:id="rId39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90" r:id="rId38"/>
  </p:sldIdLst>
  <p:sldSz cx="12192000" cy="6858000"/>
  <p:notesSz cx="12192000" cy="6858000"/>
  <p:defaultTextStyle>
    <a:defPPr>
      <a:defRPr lang="ru-RU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howGuides="1" snapToGrid="0">
      <p:cViewPr varScale="1">
        <p:scale>
          <a:sx n="68" d="100"/>
          <a:sy n="68" d="100"/>
        </p:scale>
        <p:origin x="1098" y="54"/>
      </p:cViewPr>
      <p:guideLst>
        <p:guide pos="3840"/>
        <p:guide pos="2160" orient="horz"/>
        <p:guide pos="867" orient="horz"/>
      </p:guideLst>
    </p:cSldViewPr>
  </p:slideViewPr>
  <p:gridSpacing cx="216001" cy="216001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8" Type="http://schemas.openxmlformats.org/officeDocument/2006/relationships/slide" Target="slides/slide35.xml"/><Relationship Id="rId39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41" Type="http://schemas.openxmlformats.org/officeDocument/2006/relationships/tableStyles" Target="tableStyles.xml"/><Relationship Id="rId42" Type="http://schemas.openxmlformats.org/officeDocument/2006/relationships/viewProps" Target="view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3446621" name="Верхний колонтитул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54397609" name="Дата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/>
              </a:defRPr>
            </a:lvl1pPr>
          </a:lstStyle>
          <a:p>
            <a:pPr>
              <a:defRPr/>
            </a:pPr>
            <a:fld id="{EB4590AE-419C-7848-9550-F62033609B25}" type="datetimeFigureOut">
              <a:rPr lang="ru-RU"/>
              <a:t/>
            </a:fld>
            <a:endParaRPr lang="ru-RU"/>
          </a:p>
        </p:txBody>
      </p:sp>
      <p:sp>
        <p:nvSpPr>
          <p:cNvPr id="1562981389" name="Образ слайда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ru-RU"/>
          </a:p>
        </p:txBody>
      </p:sp>
      <p:sp>
        <p:nvSpPr>
          <p:cNvPr id="2053407926" name="Заметки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454096598" name="Нижний колонтитул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628578609" name="Номер слайда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/>
              </a:defRPr>
            </a:lvl1pPr>
          </a:lstStyle>
          <a:p>
            <a:pPr>
              <a:defRPr/>
            </a:pPr>
            <a:fld id="{57F69232-B7F1-2A44-AAD4-5E776A4A1F79}" type="slidenum">
              <a:rPr lang="ru-RU"/>
              <a:t/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dt="0" ftr="1" hdr="0" sldNum="1"/>
  <p:notesStyle>
    <a:lvl1pPr marL="0" algn="l" defTabSz="914400">
      <a:defRPr sz="1200">
        <a:solidFill>
          <a:schemeClr val="tx1"/>
        </a:solidFill>
        <a:latin typeface="Arial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Arial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Arial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Arial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Arial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277555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2410771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603773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A176330-2A20-8503-C9D7-9C8EC9ABDC7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59913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2737054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122282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AA00F51-2A2F-FCD8-F34E-F423D9B4784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736113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8818809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117772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0526D31-20C5-91B5-1DB7-3AD98FD8DA6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839485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376050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96759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A93F68A-F747-C095-9AE4-38CCC9DDE10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241119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4114575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975809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028550D-A41F-80D8-9691-3710FBC5B85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691436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0166106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01081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6A36BBB-6201-5F67-0BE6-22C14DD49C3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999673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7438276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5792027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A955E92-90F4-3105-40E3-129B0E0A453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670397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4860243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168319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28A64E8-51F9-866E-BC6F-637F5B2B2E3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393054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65681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544112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D572EFA-8FF2-88DF-78E3-D980B443313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388229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6155648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14223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795E2AA-513E-E019-8160-0D1B9478FB5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32802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3422611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1516012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CA5039A-A55D-4DC2-F6B6-759CB897725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407200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0308154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348390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93E1AA3-AC37-0F2B-558E-D5D5961720B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157348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07824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46596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D762CD2-6AA3-067C-E8C1-8D01894F89B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606988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5842245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88921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E42CFBC-3E4A-FC8E-23CA-DAE8BB30F8A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241046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8104380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5333795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C187EA3-F764-3CAD-58A2-38751BD9B38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392004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431742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7620297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5713E58-A7C1-D14A-5F54-9B0C1171230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137009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5485760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651245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F968E54-F4B1-4FCC-AE07-A3F2366E75C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795921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2859384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53271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020BAF4-8840-A469-E748-7EE1187418B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853586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684289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803977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A34B107-4C4D-8795-5D9A-042FCE9D96C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027790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889675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63834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2888203-4892-745D-F253-18DDAB24B45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195657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096977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741341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B05B281-7E6C-A745-DAEE-176F10EFE77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929853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3553112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38179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C6B1F6C-C3CB-BC10-C628-73890A1A125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433737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8205510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14527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019A2C9-B23A-AF63-9229-BD929ECD996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186245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29510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019055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8A7DFDA-F6BF-8ED8-EF17-EA0AB594DD3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490959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3078837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75673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DAE9E50-33D8-CC2F-A562-8DBDE7B08F0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352154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1612654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88500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11E06A7-2F24-6496-527A-36A94DC5D88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556387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921465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6906659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1A62C84-0BED-A7F3-3787-8008358064A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userDrawn="1">
  <p:cSld name="1_Титульный слайд 1">
    <p:bg>
      <p:bgPr shadeToTitle="0">
        <a:solidFill>
          <a:srgbClr val="F1F8FB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1674189" name="Текст 3"/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10525143" y="482012"/>
            <a:ext cx="1282403" cy="307777"/>
          </a:xfrm>
          <a:prstGeom prst="rect">
            <a:avLst/>
          </a:prstGeom>
        </p:spPr>
        <p:txBody>
          <a:bodyPr wrap="none" lIns="0" tIns="0" rIns="0" bIns="0" anchor="b">
            <a:spAutoFit/>
          </a:bodyPr>
          <a:lstStyle>
            <a:lvl1pPr marL="0" indent="0" algn="r">
              <a:spcBef>
                <a:spcPts val="0"/>
              </a:spcBef>
              <a:buNone/>
              <a:defRPr lang="ru-RU" sz="2000">
                <a:solidFill>
                  <a:schemeClr val="tx1"/>
                </a:solidFill>
                <a:latin typeface="Arial"/>
              </a:defRPr>
            </a:lvl1pPr>
          </a:lstStyle>
          <a:p>
            <a:pPr marL="228600" lvl="0" indent="-228600">
              <a:lnSpc>
                <a:spcPct val="100000"/>
              </a:lnSpc>
              <a:defRPr/>
            </a:pPr>
            <a:r>
              <a:rPr lang="en-US"/>
              <a:t>00.00.202</a:t>
            </a:r>
            <a:r>
              <a:rPr lang="ru-RU"/>
              <a:t>6</a:t>
            </a:r>
            <a:endParaRPr/>
          </a:p>
        </p:txBody>
      </p:sp>
      <p:sp>
        <p:nvSpPr>
          <p:cNvPr id="1136899034" name="Text Placeholder 2"/>
          <p:cNvSpPr>
            <a:spLocks noGrp="1"/>
          </p:cNvSpPr>
          <p:nvPr>
            <p:ph type="body" idx="1" hasCustomPrompt="1"/>
          </p:nvPr>
        </p:nvSpPr>
        <p:spPr bwMode="auto">
          <a:xfrm>
            <a:off x="392407" y="2279703"/>
            <a:ext cx="8482112" cy="307777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lang="en-US" sz="20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>
              <a:lnSpc>
                <a:spcPct val="100000"/>
              </a:lnSpc>
              <a:spcBef>
                <a:spcPts val="1000"/>
              </a:spcBef>
              <a:buFont typeface="Arial"/>
              <a:buNone/>
              <a:defRPr/>
            </a:pPr>
            <a:r>
              <a:rPr lang="ru-RU"/>
              <a:t>Подзаголовок</a:t>
            </a:r>
            <a:endParaRPr lang="en-US"/>
          </a:p>
        </p:txBody>
      </p:sp>
      <p:sp>
        <p:nvSpPr>
          <p:cNvPr id="345083017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392407" y="394505"/>
            <a:ext cx="8469310" cy="1523357"/>
          </a:xfrm>
          <a:prstGeom prst="rect">
            <a:avLst/>
          </a:prstGeom>
        </p:spPr>
        <p:txBody>
          <a:bodyPr wrap="square" lIns="0" tIns="72000" rIns="0" bIns="0" anchor="t" anchorCtr="0">
            <a:spAutoFit/>
          </a:bodyPr>
          <a:lstStyle>
            <a:lvl1pPr algn="l" defTabSz="914400">
              <a:lnSpc>
                <a:spcPct val="70000"/>
              </a:lnSpc>
              <a:spcBef>
                <a:spcPts val="0"/>
              </a:spcBef>
              <a:buNone/>
              <a:defRPr lang="en-US" sz="6600" b="1" spc="-70">
                <a:solidFill>
                  <a:schemeClr val="tx1"/>
                </a:solidFill>
                <a:latin typeface="Arial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ru-RU"/>
              <a:t>Длинный заголовок </a:t>
            </a:r>
            <a:br>
              <a:rPr lang="ru-RU"/>
            </a:br>
            <a:r>
              <a:rPr lang="ru-RU"/>
              <a:t>в две строки</a:t>
            </a:r>
            <a:endParaRPr lang="en-US"/>
          </a:p>
        </p:txBody>
      </p:sp>
      <p:pic>
        <p:nvPicPr>
          <p:cNvPr id="506173735" name="Т1"/>
          <p:cNvPicPr>
            <a:picLocks noChangeAspect="1"/>
          </p:cNvPicPr>
          <p:nvPr userDrawn="1"/>
        </p:nvPicPr>
        <p:blipFill rotWithShape="1">
          <a:blip r:embed="rId2"/>
          <a:srcRect l="0" t="2251" r="0" b="2251"/>
          <a:stretch/>
        </p:blipFill>
        <p:spPr bwMode="auto">
          <a:xfrm>
            <a:off x="384366" y="5938771"/>
            <a:ext cx="1446895" cy="540000"/>
          </a:xfrm>
          <a:prstGeom prst="rect">
            <a:avLst/>
          </a:prstGeom>
        </p:spPr>
      </p:pic>
      <p:pic>
        <p:nvPicPr>
          <p:cNvPr id="700521239" name="Рисунок 8"/>
          <p:cNvPicPr>
            <a:picLocks noChangeAspect="1"/>
          </p:cNvPicPr>
          <p:nvPr userDrawn="1"/>
        </p:nvPicPr>
        <p:blipFill rotWithShape="1">
          <a:blip r:embed="rId3"/>
          <a:srcRect l="0" t="-2336" r="0" b="0"/>
          <a:stretch/>
        </p:blipFill>
        <p:spPr bwMode="auto">
          <a:xfrm>
            <a:off x="3078480" y="1183376"/>
            <a:ext cx="9113520" cy="567462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userDrawn="1">
  <p:cSld name="1_Разделитель голубой">
    <p:bg>
      <p:bgPr shadeToTitle="0">
        <a:solidFill>
          <a:schemeClr val="bg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3003086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432619" y="442994"/>
            <a:ext cx="9415914" cy="593304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>
              <a:lnSpc>
                <a:spcPct val="80000"/>
              </a:lnSpc>
              <a:defRPr sz="4800" b="1">
                <a:solidFill>
                  <a:schemeClr val="bg1"/>
                </a:solidFill>
                <a:latin typeface="Arial"/>
              </a:defRPr>
            </a:lvl1pPr>
          </a:lstStyle>
          <a:p>
            <a:pPr>
              <a:defRPr/>
            </a:pPr>
            <a:r>
              <a:rPr lang="ru-RU"/>
              <a:t>Обложка раздела</a:t>
            </a:r>
            <a:endParaRPr lang="en-US"/>
          </a:p>
        </p:txBody>
      </p:sp>
      <p:sp>
        <p:nvSpPr>
          <p:cNvPr id="1465655090" name="Текст 2"/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432619" y="1434455"/>
            <a:ext cx="9415914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lang="ru-RU" sz="2000">
                <a:solidFill>
                  <a:schemeClr val="bg1"/>
                </a:solidFill>
                <a:latin typeface="Arial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>
              <a:lnSpc>
                <a:spcPct val="100000"/>
              </a:lnSpc>
              <a:spcBef>
                <a:spcPts val="1000"/>
              </a:spcBef>
              <a:defRPr/>
            </a:pPr>
            <a:r>
              <a:rPr lang="ru-RU"/>
              <a:t>Подзаголовок</a:t>
            </a:r>
            <a:endParaRPr/>
          </a:p>
        </p:txBody>
      </p:sp>
      <p:sp>
        <p:nvSpPr>
          <p:cNvPr id="1276165220" name="Полилиния: фигура 3"/>
          <p:cNvSpPr/>
          <p:nvPr userDrawn="1"/>
        </p:nvSpPr>
        <p:spPr bwMode="auto">
          <a:xfrm>
            <a:off x="11196443" y="443503"/>
            <a:ext cx="562938" cy="401047"/>
          </a:xfrm>
          <a:custGeom>
            <a:avLst/>
            <a:gdLst>
              <a:gd name="connsiteX0" fmla="*/ 241705 w 564708"/>
              <a:gd name="connsiteY0" fmla="*/ 160605 h 402308"/>
              <a:gd name="connsiteX1" fmla="*/ 401911 w 564708"/>
              <a:gd name="connsiteY1" fmla="*/ 160605 h 402308"/>
              <a:gd name="connsiteX2" fmla="*/ 401911 w 564708"/>
              <a:gd name="connsiteY2" fmla="*/ 242103 h 402308"/>
              <a:gd name="connsiteX3" fmla="*/ 241705 w 564708"/>
              <a:gd name="connsiteY3" fmla="*/ 242103 h 402308"/>
              <a:gd name="connsiteX4" fmla="*/ 241705 w 564708"/>
              <a:gd name="connsiteY4" fmla="*/ 402309 h 402308"/>
              <a:gd name="connsiteX5" fmla="*/ 160207 w 564708"/>
              <a:gd name="connsiteY5" fmla="*/ 402309 h 402308"/>
              <a:gd name="connsiteX6" fmla="*/ 160207 w 564708"/>
              <a:gd name="connsiteY6" fmla="*/ 242103 h 402308"/>
              <a:gd name="connsiteX7" fmla="*/ 0 w 564708"/>
              <a:gd name="connsiteY7" fmla="*/ 242103 h 402308"/>
              <a:gd name="connsiteX8" fmla="*/ 0 w 564708"/>
              <a:gd name="connsiteY8" fmla="*/ 160605 h 402308"/>
              <a:gd name="connsiteX9" fmla="*/ 160207 w 564708"/>
              <a:gd name="connsiteY9" fmla="*/ 160605 h 402308"/>
              <a:gd name="connsiteX10" fmla="*/ 160207 w 564708"/>
              <a:gd name="connsiteY10" fmla="*/ 399 h 402308"/>
              <a:gd name="connsiteX11" fmla="*/ 241705 w 564708"/>
              <a:gd name="connsiteY11" fmla="*/ 399 h 402308"/>
              <a:gd name="connsiteX12" fmla="*/ 241705 w 564708"/>
              <a:gd name="connsiteY12" fmla="*/ 160605 h 402308"/>
              <a:gd name="connsiteX13" fmla="*/ 241705 w 564708"/>
              <a:gd name="connsiteY13" fmla="*/ 160605 h 402308"/>
              <a:gd name="connsiteX14" fmla="*/ 483210 w 564708"/>
              <a:gd name="connsiteY14" fmla="*/ 0 h 402308"/>
              <a:gd name="connsiteX15" fmla="*/ 483210 w 564708"/>
              <a:gd name="connsiteY15" fmla="*/ 402309 h 402308"/>
              <a:gd name="connsiteX16" fmla="*/ 564709 w 564708"/>
              <a:gd name="connsiteY16" fmla="*/ 402309 h 402308"/>
              <a:gd name="connsiteX17" fmla="*/ 564709 w 564708"/>
              <a:gd name="connsiteY17" fmla="*/ 0 h 402308"/>
              <a:gd name="connsiteX18" fmla="*/ 483210 w 564708"/>
              <a:gd name="connsiteY18" fmla="*/ 0 h 402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64708" h="402308" fill="norm" stroke="1" extrusionOk="0">
                <a:moveTo>
                  <a:pt x="241705" y="160605"/>
                </a:moveTo>
                <a:lnTo>
                  <a:pt x="401911" y="160605"/>
                </a:lnTo>
                <a:lnTo>
                  <a:pt x="401911" y="242103"/>
                </a:lnTo>
                <a:lnTo>
                  <a:pt x="241705" y="242103"/>
                </a:lnTo>
                <a:lnTo>
                  <a:pt x="241705" y="402309"/>
                </a:lnTo>
                <a:lnTo>
                  <a:pt x="160207" y="402309"/>
                </a:lnTo>
                <a:lnTo>
                  <a:pt x="160207" y="242103"/>
                </a:lnTo>
                <a:lnTo>
                  <a:pt x="0" y="242103"/>
                </a:lnTo>
                <a:lnTo>
                  <a:pt x="0" y="160605"/>
                </a:lnTo>
                <a:lnTo>
                  <a:pt x="160207" y="160605"/>
                </a:lnTo>
                <a:lnTo>
                  <a:pt x="160207" y="399"/>
                </a:lnTo>
                <a:lnTo>
                  <a:pt x="241705" y="399"/>
                </a:lnTo>
                <a:lnTo>
                  <a:pt x="241705" y="160605"/>
                </a:lnTo>
                <a:lnTo>
                  <a:pt x="241705" y="160605"/>
                </a:lnTo>
                <a:close/>
                <a:moveTo>
                  <a:pt x="483210" y="0"/>
                </a:moveTo>
                <a:lnTo>
                  <a:pt x="483210" y="402309"/>
                </a:lnTo>
                <a:lnTo>
                  <a:pt x="564709" y="402309"/>
                </a:lnTo>
                <a:lnTo>
                  <a:pt x="564709" y="0"/>
                </a:lnTo>
                <a:lnTo>
                  <a:pt x="483210" y="0"/>
                </a:lnTo>
                <a:close/>
              </a:path>
            </a:pathLst>
          </a:custGeom>
          <a:solidFill>
            <a:schemeClr val="bg1"/>
          </a:solidFill>
          <a:ln w="198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userDrawn="1">
  <p:cSld name="1_Содержание">
    <p:bg>
      <p:bgPr shadeToTitle="0">
        <a:solidFill>
          <a:schemeClr val="bg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465582" name="TextBox 3"/>
          <p:cNvSpPr txBox="1"/>
          <p:nvPr/>
        </p:nvSpPr>
        <p:spPr bwMode="auto">
          <a:xfrm>
            <a:off x="431799" y="375858"/>
            <a:ext cx="8950682" cy="6647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 defTabSz="914400">
              <a:lnSpc>
                <a:spcPct val="90000"/>
              </a:lnSpc>
              <a:spcBef>
                <a:spcPts val="0"/>
              </a:spcBef>
              <a:buNone/>
              <a:defRPr/>
            </a:pPr>
            <a:r>
              <a:rPr lang="ru-RU" sz="4800" b="1" spc="0">
                <a:solidFill>
                  <a:schemeClr val="bg1"/>
                </a:solidFill>
                <a:latin typeface="Arial"/>
                <a:ea typeface="Arial"/>
                <a:cs typeface="Arial"/>
              </a:rPr>
              <a:t>Содержание</a:t>
            </a:r>
            <a:endParaRPr/>
          </a:p>
        </p:txBody>
      </p:sp>
      <p:sp>
        <p:nvSpPr>
          <p:cNvPr id="394031616" name="Полилиния: фигура 3"/>
          <p:cNvSpPr/>
          <p:nvPr userDrawn="1"/>
        </p:nvSpPr>
        <p:spPr bwMode="auto">
          <a:xfrm>
            <a:off x="11196443" y="443503"/>
            <a:ext cx="562938" cy="401047"/>
          </a:xfrm>
          <a:custGeom>
            <a:avLst/>
            <a:gdLst>
              <a:gd name="connsiteX0" fmla="*/ 241705 w 564708"/>
              <a:gd name="connsiteY0" fmla="*/ 160605 h 402308"/>
              <a:gd name="connsiteX1" fmla="*/ 401911 w 564708"/>
              <a:gd name="connsiteY1" fmla="*/ 160605 h 402308"/>
              <a:gd name="connsiteX2" fmla="*/ 401911 w 564708"/>
              <a:gd name="connsiteY2" fmla="*/ 242103 h 402308"/>
              <a:gd name="connsiteX3" fmla="*/ 241705 w 564708"/>
              <a:gd name="connsiteY3" fmla="*/ 242103 h 402308"/>
              <a:gd name="connsiteX4" fmla="*/ 241705 w 564708"/>
              <a:gd name="connsiteY4" fmla="*/ 402309 h 402308"/>
              <a:gd name="connsiteX5" fmla="*/ 160207 w 564708"/>
              <a:gd name="connsiteY5" fmla="*/ 402309 h 402308"/>
              <a:gd name="connsiteX6" fmla="*/ 160207 w 564708"/>
              <a:gd name="connsiteY6" fmla="*/ 242103 h 402308"/>
              <a:gd name="connsiteX7" fmla="*/ 0 w 564708"/>
              <a:gd name="connsiteY7" fmla="*/ 242103 h 402308"/>
              <a:gd name="connsiteX8" fmla="*/ 0 w 564708"/>
              <a:gd name="connsiteY8" fmla="*/ 160605 h 402308"/>
              <a:gd name="connsiteX9" fmla="*/ 160207 w 564708"/>
              <a:gd name="connsiteY9" fmla="*/ 160605 h 402308"/>
              <a:gd name="connsiteX10" fmla="*/ 160207 w 564708"/>
              <a:gd name="connsiteY10" fmla="*/ 399 h 402308"/>
              <a:gd name="connsiteX11" fmla="*/ 241705 w 564708"/>
              <a:gd name="connsiteY11" fmla="*/ 399 h 402308"/>
              <a:gd name="connsiteX12" fmla="*/ 241705 w 564708"/>
              <a:gd name="connsiteY12" fmla="*/ 160605 h 402308"/>
              <a:gd name="connsiteX13" fmla="*/ 241705 w 564708"/>
              <a:gd name="connsiteY13" fmla="*/ 160605 h 402308"/>
              <a:gd name="connsiteX14" fmla="*/ 483210 w 564708"/>
              <a:gd name="connsiteY14" fmla="*/ 0 h 402308"/>
              <a:gd name="connsiteX15" fmla="*/ 483210 w 564708"/>
              <a:gd name="connsiteY15" fmla="*/ 402309 h 402308"/>
              <a:gd name="connsiteX16" fmla="*/ 564709 w 564708"/>
              <a:gd name="connsiteY16" fmla="*/ 402309 h 402308"/>
              <a:gd name="connsiteX17" fmla="*/ 564709 w 564708"/>
              <a:gd name="connsiteY17" fmla="*/ 0 h 402308"/>
              <a:gd name="connsiteX18" fmla="*/ 483210 w 564708"/>
              <a:gd name="connsiteY18" fmla="*/ 0 h 402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64708" h="402308" fill="norm" stroke="1" extrusionOk="0">
                <a:moveTo>
                  <a:pt x="241705" y="160605"/>
                </a:moveTo>
                <a:lnTo>
                  <a:pt x="401911" y="160605"/>
                </a:lnTo>
                <a:lnTo>
                  <a:pt x="401911" y="242103"/>
                </a:lnTo>
                <a:lnTo>
                  <a:pt x="241705" y="242103"/>
                </a:lnTo>
                <a:lnTo>
                  <a:pt x="241705" y="402309"/>
                </a:lnTo>
                <a:lnTo>
                  <a:pt x="160207" y="402309"/>
                </a:lnTo>
                <a:lnTo>
                  <a:pt x="160207" y="242103"/>
                </a:lnTo>
                <a:lnTo>
                  <a:pt x="0" y="242103"/>
                </a:lnTo>
                <a:lnTo>
                  <a:pt x="0" y="160605"/>
                </a:lnTo>
                <a:lnTo>
                  <a:pt x="160207" y="160605"/>
                </a:lnTo>
                <a:lnTo>
                  <a:pt x="160207" y="399"/>
                </a:lnTo>
                <a:lnTo>
                  <a:pt x="241705" y="399"/>
                </a:lnTo>
                <a:lnTo>
                  <a:pt x="241705" y="160605"/>
                </a:lnTo>
                <a:lnTo>
                  <a:pt x="241705" y="160605"/>
                </a:lnTo>
                <a:close/>
                <a:moveTo>
                  <a:pt x="483210" y="0"/>
                </a:moveTo>
                <a:lnTo>
                  <a:pt x="483210" y="402309"/>
                </a:lnTo>
                <a:lnTo>
                  <a:pt x="564709" y="402309"/>
                </a:lnTo>
                <a:lnTo>
                  <a:pt x="564709" y="0"/>
                </a:lnTo>
                <a:lnTo>
                  <a:pt x="483210" y="0"/>
                </a:lnTo>
                <a:close/>
              </a:path>
            </a:pathLst>
          </a:custGeom>
          <a:solidFill>
            <a:schemeClr val="bg1"/>
          </a:solidFill>
          <a:ln w="198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>
              <a:latin typeface="Arial"/>
            </a:endParaRPr>
          </a:p>
        </p:txBody>
      </p:sp>
      <p:sp>
        <p:nvSpPr>
          <p:cNvPr id="1577557410" name="Текст 2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442913" y="1384989"/>
            <a:ext cx="7698197" cy="1329595"/>
          </a:xfrm>
          <a:prstGeom prst="rect">
            <a:avLst/>
          </a:prstGeom>
        </p:spPr>
        <p:txBody>
          <a:bodyPr lIns="0" tIns="0">
            <a:spAutoFit/>
          </a:bodyPr>
          <a:lstStyle>
            <a:lvl1pPr marL="360000" indent="-36000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  <a:defRPr sz="2000" b="1">
                <a:solidFill>
                  <a:schemeClr val="bg1"/>
                </a:solidFill>
                <a:latin typeface="+mn-lt"/>
              </a:defRPr>
            </a:lvl1pPr>
            <a:lvl2pPr marL="540000" indent="-216000">
              <a:spcBef>
                <a:spcPts val="0"/>
              </a:spcBef>
              <a:spcAft>
                <a:spcPts val="600"/>
              </a:spcAft>
              <a:buClr>
                <a:schemeClr val="bg1"/>
              </a:buClr>
              <a:buFont typeface="Arial"/>
              <a:buChar char="+"/>
              <a:defRPr sz="2000" b="0">
                <a:solidFill>
                  <a:schemeClr val="bg1"/>
                </a:solidFill>
                <a:latin typeface="+mn-lt"/>
              </a:defRPr>
            </a:lvl2pPr>
            <a:lvl3pPr marL="1080000" indent="-216000">
              <a:spcBef>
                <a:spcPts val="0"/>
              </a:spcBef>
              <a:spcAft>
                <a:spcPts val="600"/>
              </a:spcAft>
              <a:buFont typeface="Arial"/>
              <a:buChar char="•"/>
              <a:defRPr sz="1800" b="0">
                <a:solidFill>
                  <a:schemeClr val="bg1"/>
                </a:solidFill>
                <a:latin typeface="+mn-lt"/>
              </a:defRPr>
            </a:lvl3pPr>
            <a:lvl4pPr>
              <a:spcBef>
                <a:spcPts val="0"/>
              </a:spcBef>
              <a:spcAft>
                <a:spcPts val="600"/>
              </a:spcAft>
              <a:defRPr sz="1600" b="0">
                <a:solidFill>
                  <a:schemeClr val="bg1"/>
                </a:solidFill>
                <a:latin typeface="+mn-lt"/>
              </a:defRPr>
            </a:lvl4pPr>
            <a:lvl5pPr>
              <a:spcBef>
                <a:spcPts val="0"/>
              </a:spcBef>
              <a:spcAft>
                <a:spcPts val="600"/>
              </a:spcAft>
              <a:defRPr sz="1600" b="0">
                <a:solidFill>
                  <a:schemeClr val="bg1"/>
                </a:solidFill>
                <a:latin typeface="+mn-lt"/>
              </a:defRPr>
            </a:lvl5pPr>
          </a:lstStyle>
          <a:p>
            <a:pPr lvl="0">
              <a:defRPr/>
            </a:pPr>
            <a:r>
              <a:rPr lang="ru-RU"/>
              <a:t>Пункт </a:t>
            </a:r>
            <a:endParaRPr/>
          </a:p>
          <a:p>
            <a:pPr lvl="1">
              <a:defRPr/>
            </a:pPr>
            <a:r>
              <a:rPr lang="ru-RU"/>
              <a:t>подпункт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2">
              <a:defRPr/>
            </a:pPr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userDrawn="1">
  <p:cSld name="2_Разделитель голубой">
    <p:bg>
      <p:bgPr shadeToTitle="0">
        <a:solidFill>
          <a:schemeClr val="bg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418049" name="Полилиния: фигура 3"/>
          <p:cNvSpPr/>
          <p:nvPr userDrawn="1"/>
        </p:nvSpPr>
        <p:spPr bwMode="auto">
          <a:xfrm>
            <a:off x="11196444" y="443503"/>
            <a:ext cx="562937" cy="401047"/>
          </a:xfrm>
          <a:custGeom>
            <a:avLst/>
            <a:gdLst>
              <a:gd name="connsiteX0" fmla="*/ 241705 w 564708"/>
              <a:gd name="connsiteY0" fmla="*/ 160605 h 402308"/>
              <a:gd name="connsiteX1" fmla="*/ 401911 w 564708"/>
              <a:gd name="connsiteY1" fmla="*/ 160605 h 402308"/>
              <a:gd name="connsiteX2" fmla="*/ 401911 w 564708"/>
              <a:gd name="connsiteY2" fmla="*/ 242103 h 402308"/>
              <a:gd name="connsiteX3" fmla="*/ 241705 w 564708"/>
              <a:gd name="connsiteY3" fmla="*/ 242103 h 402308"/>
              <a:gd name="connsiteX4" fmla="*/ 241705 w 564708"/>
              <a:gd name="connsiteY4" fmla="*/ 402309 h 402308"/>
              <a:gd name="connsiteX5" fmla="*/ 160207 w 564708"/>
              <a:gd name="connsiteY5" fmla="*/ 402309 h 402308"/>
              <a:gd name="connsiteX6" fmla="*/ 160207 w 564708"/>
              <a:gd name="connsiteY6" fmla="*/ 242103 h 402308"/>
              <a:gd name="connsiteX7" fmla="*/ 0 w 564708"/>
              <a:gd name="connsiteY7" fmla="*/ 242103 h 402308"/>
              <a:gd name="connsiteX8" fmla="*/ 0 w 564708"/>
              <a:gd name="connsiteY8" fmla="*/ 160605 h 402308"/>
              <a:gd name="connsiteX9" fmla="*/ 160207 w 564708"/>
              <a:gd name="connsiteY9" fmla="*/ 160605 h 402308"/>
              <a:gd name="connsiteX10" fmla="*/ 160207 w 564708"/>
              <a:gd name="connsiteY10" fmla="*/ 399 h 402308"/>
              <a:gd name="connsiteX11" fmla="*/ 241705 w 564708"/>
              <a:gd name="connsiteY11" fmla="*/ 399 h 402308"/>
              <a:gd name="connsiteX12" fmla="*/ 241705 w 564708"/>
              <a:gd name="connsiteY12" fmla="*/ 160605 h 402308"/>
              <a:gd name="connsiteX13" fmla="*/ 241705 w 564708"/>
              <a:gd name="connsiteY13" fmla="*/ 160605 h 402308"/>
              <a:gd name="connsiteX14" fmla="*/ 483210 w 564708"/>
              <a:gd name="connsiteY14" fmla="*/ 0 h 402308"/>
              <a:gd name="connsiteX15" fmla="*/ 483210 w 564708"/>
              <a:gd name="connsiteY15" fmla="*/ 402309 h 402308"/>
              <a:gd name="connsiteX16" fmla="*/ 564709 w 564708"/>
              <a:gd name="connsiteY16" fmla="*/ 402309 h 402308"/>
              <a:gd name="connsiteX17" fmla="*/ 564709 w 564708"/>
              <a:gd name="connsiteY17" fmla="*/ 0 h 402308"/>
              <a:gd name="connsiteX18" fmla="*/ 483210 w 564708"/>
              <a:gd name="connsiteY18" fmla="*/ 0 h 402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64708" h="402308" fill="norm" stroke="1" extrusionOk="0">
                <a:moveTo>
                  <a:pt x="241705" y="160605"/>
                </a:moveTo>
                <a:lnTo>
                  <a:pt x="401911" y="160605"/>
                </a:lnTo>
                <a:lnTo>
                  <a:pt x="401911" y="242103"/>
                </a:lnTo>
                <a:lnTo>
                  <a:pt x="241705" y="242103"/>
                </a:lnTo>
                <a:lnTo>
                  <a:pt x="241705" y="402309"/>
                </a:lnTo>
                <a:lnTo>
                  <a:pt x="160207" y="402309"/>
                </a:lnTo>
                <a:lnTo>
                  <a:pt x="160207" y="242103"/>
                </a:lnTo>
                <a:lnTo>
                  <a:pt x="0" y="242103"/>
                </a:lnTo>
                <a:lnTo>
                  <a:pt x="0" y="160605"/>
                </a:lnTo>
                <a:lnTo>
                  <a:pt x="160207" y="160605"/>
                </a:lnTo>
                <a:lnTo>
                  <a:pt x="160207" y="399"/>
                </a:lnTo>
                <a:lnTo>
                  <a:pt x="241705" y="399"/>
                </a:lnTo>
                <a:lnTo>
                  <a:pt x="241705" y="160605"/>
                </a:lnTo>
                <a:lnTo>
                  <a:pt x="241705" y="160605"/>
                </a:lnTo>
                <a:close/>
                <a:moveTo>
                  <a:pt x="483210" y="0"/>
                </a:moveTo>
                <a:lnTo>
                  <a:pt x="483210" y="402309"/>
                </a:lnTo>
                <a:lnTo>
                  <a:pt x="564709" y="402309"/>
                </a:lnTo>
                <a:lnTo>
                  <a:pt x="564709" y="0"/>
                </a:lnTo>
                <a:lnTo>
                  <a:pt x="483210" y="0"/>
                </a:lnTo>
                <a:close/>
              </a:path>
            </a:pathLst>
          </a:custGeom>
          <a:solidFill>
            <a:schemeClr val="bg1"/>
          </a:solidFill>
          <a:ln w="198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 sz="2700">
              <a:latin typeface="Arial"/>
            </a:endParaRPr>
          </a:p>
        </p:txBody>
      </p:sp>
      <p:sp>
        <p:nvSpPr>
          <p:cNvPr id="230147451" name="TextBox 3"/>
          <p:cNvSpPr txBox="1"/>
          <p:nvPr userDrawn="1"/>
        </p:nvSpPr>
        <p:spPr bwMode="auto">
          <a:xfrm>
            <a:off x="431799" y="443503"/>
            <a:ext cx="8950682" cy="4154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 defTabSz="914309">
              <a:lnSpc>
                <a:spcPct val="90000"/>
              </a:lnSpc>
              <a:spcBef>
                <a:spcPts val="0"/>
              </a:spcBef>
              <a:buNone/>
              <a:defRPr/>
            </a:pPr>
            <a:r>
              <a:rPr lang="ru-RU" sz="3000" b="1" spc="0">
                <a:solidFill>
                  <a:schemeClr val="bg1"/>
                </a:solidFill>
                <a:latin typeface="Arial"/>
                <a:ea typeface="Arial"/>
                <a:cs typeface="Arial"/>
              </a:rPr>
              <a:t>Знакомство</a:t>
            </a:r>
            <a:endParaRPr sz="3000"/>
          </a:p>
        </p:txBody>
      </p:sp>
      <p:sp>
        <p:nvSpPr>
          <p:cNvPr id="466276816" name="Рисунок 2"/>
          <p:cNvSpPr>
            <a:spLocks noGrp="1"/>
          </p:cNvSpPr>
          <p:nvPr>
            <p:ph type="pic" sz="quarter" idx="10" hasCustomPrompt="1"/>
          </p:nvPr>
        </p:nvSpPr>
        <p:spPr bwMode="auto">
          <a:xfrm>
            <a:off x="1554057" y="1728890"/>
            <a:ext cx="3404023" cy="3403498"/>
          </a:xfrm>
          <a:prstGeom prst="ellipse">
            <a:avLst/>
          </a:prstGeom>
          <a:solidFill>
            <a:schemeClr val="bg1"/>
          </a:solidFill>
        </p:spPr>
        <p:txBody>
          <a:bodyPr/>
          <a:lstStyle>
            <a:lvl1pPr marL="0" indent="0" algn="ctr">
              <a:buNone/>
              <a:defRPr sz="1850"/>
            </a:lvl1pPr>
          </a:lstStyle>
          <a:p>
            <a:pPr>
              <a:defRPr/>
            </a:pPr>
            <a:r>
              <a:rPr lang="ru-RU"/>
              <a:t>Фото эксперта</a:t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userDrawn="1">
  <p:cSld name="2_Содержание">
    <p:bg>
      <p:bgPr shadeToTitle="0">
        <a:solidFill>
          <a:schemeClr val="bg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3587255" name="Рисунок 5"/>
          <p:cNvPicPr>
            <a:picLocks noChangeAspect="1"/>
          </p:cNvPicPr>
          <p:nvPr userDrawn="1"/>
        </p:nvPicPr>
        <p:blipFill rotWithShape="1">
          <a:blip r:embed="rId2"/>
          <a:stretch/>
        </p:blipFill>
        <p:spPr bwMode="auto">
          <a:xfrm>
            <a:off x="2349661" y="1321684"/>
            <a:ext cx="9842339" cy="5536316"/>
          </a:xfrm>
          <a:prstGeom prst="rect">
            <a:avLst/>
          </a:prstGeom>
        </p:spPr>
      </p:pic>
      <p:sp>
        <p:nvSpPr>
          <p:cNvPr id="388695078" name="TextBox 3"/>
          <p:cNvSpPr txBox="1"/>
          <p:nvPr/>
        </p:nvSpPr>
        <p:spPr bwMode="auto">
          <a:xfrm>
            <a:off x="431799" y="375858"/>
            <a:ext cx="8950682" cy="6647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 defTabSz="914400">
              <a:lnSpc>
                <a:spcPct val="90000"/>
              </a:lnSpc>
              <a:spcBef>
                <a:spcPts val="0"/>
              </a:spcBef>
              <a:buNone/>
              <a:defRPr/>
            </a:pPr>
            <a:r>
              <a:rPr lang="ru-RU" sz="4800" b="1" spc="0">
                <a:solidFill>
                  <a:schemeClr val="bg1"/>
                </a:solidFill>
                <a:latin typeface="Arial"/>
                <a:ea typeface="Arial"/>
                <a:cs typeface="Arial"/>
              </a:rPr>
              <a:t>Вопросы</a:t>
            </a:r>
            <a:endParaRPr/>
          </a:p>
        </p:txBody>
      </p:sp>
      <p:sp>
        <p:nvSpPr>
          <p:cNvPr id="854397487" name="Полилиния: фигура 3"/>
          <p:cNvSpPr/>
          <p:nvPr userDrawn="1"/>
        </p:nvSpPr>
        <p:spPr bwMode="auto">
          <a:xfrm>
            <a:off x="11196443" y="443503"/>
            <a:ext cx="562938" cy="401047"/>
          </a:xfrm>
          <a:custGeom>
            <a:avLst/>
            <a:gdLst>
              <a:gd name="connsiteX0" fmla="*/ 241705 w 564708"/>
              <a:gd name="connsiteY0" fmla="*/ 160605 h 402308"/>
              <a:gd name="connsiteX1" fmla="*/ 401911 w 564708"/>
              <a:gd name="connsiteY1" fmla="*/ 160605 h 402308"/>
              <a:gd name="connsiteX2" fmla="*/ 401911 w 564708"/>
              <a:gd name="connsiteY2" fmla="*/ 242103 h 402308"/>
              <a:gd name="connsiteX3" fmla="*/ 241705 w 564708"/>
              <a:gd name="connsiteY3" fmla="*/ 242103 h 402308"/>
              <a:gd name="connsiteX4" fmla="*/ 241705 w 564708"/>
              <a:gd name="connsiteY4" fmla="*/ 402309 h 402308"/>
              <a:gd name="connsiteX5" fmla="*/ 160207 w 564708"/>
              <a:gd name="connsiteY5" fmla="*/ 402309 h 402308"/>
              <a:gd name="connsiteX6" fmla="*/ 160207 w 564708"/>
              <a:gd name="connsiteY6" fmla="*/ 242103 h 402308"/>
              <a:gd name="connsiteX7" fmla="*/ 0 w 564708"/>
              <a:gd name="connsiteY7" fmla="*/ 242103 h 402308"/>
              <a:gd name="connsiteX8" fmla="*/ 0 w 564708"/>
              <a:gd name="connsiteY8" fmla="*/ 160605 h 402308"/>
              <a:gd name="connsiteX9" fmla="*/ 160207 w 564708"/>
              <a:gd name="connsiteY9" fmla="*/ 160605 h 402308"/>
              <a:gd name="connsiteX10" fmla="*/ 160207 w 564708"/>
              <a:gd name="connsiteY10" fmla="*/ 399 h 402308"/>
              <a:gd name="connsiteX11" fmla="*/ 241705 w 564708"/>
              <a:gd name="connsiteY11" fmla="*/ 399 h 402308"/>
              <a:gd name="connsiteX12" fmla="*/ 241705 w 564708"/>
              <a:gd name="connsiteY12" fmla="*/ 160605 h 402308"/>
              <a:gd name="connsiteX13" fmla="*/ 241705 w 564708"/>
              <a:gd name="connsiteY13" fmla="*/ 160605 h 402308"/>
              <a:gd name="connsiteX14" fmla="*/ 483210 w 564708"/>
              <a:gd name="connsiteY14" fmla="*/ 0 h 402308"/>
              <a:gd name="connsiteX15" fmla="*/ 483210 w 564708"/>
              <a:gd name="connsiteY15" fmla="*/ 402309 h 402308"/>
              <a:gd name="connsiteX16" fmla="*/ 564709 w 564708"/>
              <a:gd name="connsiteY16" fmla="*/ 402309 h 402308"/>
              <a:gd name="connsiteX17" fmla="*/ 564709 w 564708"/>
              <a:gd name="connsiteY17" fmla="*/ 0 h 402308"/>
              <a:gd name="connsiteX18" fmla="*/ 483210 w 564708"/>
              <a:gd name="connsiteY18" fmla="*/ 0 h 402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64708" h="402308" fill="norm" stroke="1" extrusionOk="0">
                <a:moveTo>
                  <a:pt x="241705" y="160605"/>
                </a:moveTo>
                <a:lnTo>
                  <a:pt x="401911" y="160605"/>
                </a:lnTo>
                <a:lnTo>
                  <a:pt x="401911" y="242103"/>
                </a:lnTo>
                <a:lnTo>
                  <a:pt x="241705" y="242103"/>
                </a:lnTo>
                <a:lnTo>
                  <a:pt x="241705" y="402309"/>
                </a:lnTo>
                <a:lnTo>
                  <a:pt x="160207" y="402309"/>
                </a:lnTo>
                <a:lnTo>
                  <a:pt x="160207" y="242103"/>
                </a:lnTo>
                <a:lnTo>
                  <a:pt x="0" y="242103"/>
                </a:lnTo>
                <a:lnTo>
                  <a:pt x="0" y="160605"/>
                </a:lnTo>
                <a:lnTo>
                  <a:pt x="160207" y="160605"/>
                </a:lnTo>
                <a:lnTo>
                  <a:pt x="160207" y="399"/>
                </a:lnTo>
                <a:lnTo>
                  <a:pt x="241705" y="399"/>
                </a:lnTo>
                <a:lnTo>
                  <a:pt x="241705" y="160605"/>
                </a:lnTo>
                <a:lnTo>
                  <a:pt x="241705" y="160605"/>
                </a:lnTo>
                <a:close/>
                <a:moveTo>
                  <a:pt x="483210" y="0"/>
                </a:moveTo>
                <a:lnTo>
                  <a:pt x="483210" y="402309"/>
                </a:lnTo>
                <a:lnTo>
                  <a:pt x="564709" y="402309"/>
                </a:lnTo>
                <a:lnTo>
                  <a:pt x="564709" y="0"/>
                </a:lnTo>
                <a:lnTo>
                  <a:pt x="483210" y="0"/>
                </a:lnTo>
                <a:close/>
              </a:path>
            </a:pathLst>
          </a:custGeom>
          <a:solidFill>
            <a:schemeClr val="bg1"/>
          </a:solidFill>
          <a:ln w="198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>
              <a:latin typeface="Arial"/>
            </a:endParaRPr>
          </a:p>
        </p:txBody>
      </p:sp>
      <p:sp>
        <p:nvSpPr>
          <p:cNvPr id="131875984" name="Текст 2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442913" y="1384989"/>
            <a:ext cx="7698197" cy="1329595"/>
          </a:xfrm>
          <a:prstGeom prst="rect">
            <a:avLst/>
          </a:prstGeom>
        </p:spPr>
        <p:txBody>
          <a:bodyPr lIns="0" tIns="0">
            <a:spAutoFit/>
          </a:bodyPr>
          <a:lstStyle>
            <a:lvl1pPr marL="360000" indent="-36000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  <a:defRPr sz="2000" b="1">
                <a:solidFill>
                  <a:schemeClr val="bg1"/>
                </a:solidFill>
                <a:latin typeface="+mn-lt"/>
              </a:defRPr>
            </a:lvl1pPr>
            <a:lvl2pPr marL="540000" indent="-216000">
              <a:spcBef>
                <a:spcPts val="0"/>
              </a:spcBef>
              <a:spcAft>
                <a:spcPts val="600"/>
              </a:spcAft>
              <a:buClr>
                <a:schemeClr val="bg1"/>
              </a:buClr>
              <a:buFont typeface="Arial"/>
              <a:buChar char="+"/>
              <a:defRPr sz="2000" b="0">
                <a:solidFill>
                  <a:schemeClr val="bg1"/>
                </a:solidFill>
                <a:latin typeface="+mn-lt"/>
              </a:defRPr>
            </a:lvl2pPr>
            <a:lvl3pPr marL="1080000" indent="-216000">
              <a:spcBef>
                <a:spcPts val="0"/>
              </a:spcBef>
              <a:spcAft>
                <a:spcPts val="600"/>
              </a:spcAft>
              <a:buFont typeface="Arial"/>
              <a:buChar char="•"/>
              <a:defRPr sz="1800" b="0">
                <a:solidFill>
                  <a:schemeClr val="bg1"/>
                </a:solidFill>
                <a:latin typeface="+mn-lt"/>
              </a:defRPr>
            </a:lvl3pPr>
            <a:lvl4pPr>
              <a:spcBef>
                <a:spcPts val="0"/>
              </a:spcBef>
              <a:spcAft>
                <a:spcPts val="600"/>
              </a:spcAft>
              <a:defRPr sz="1600" b="0">
                <a:solidFill>
                  <a:schemeClr val="bg1"/>
                </a:solidFill>
                <a:latin typeface="+mn-lt"/>
              </a:defRPr>
            </a:lvl4pPr>
            <a:lvl5pPr>
              <a:spcBef>
                <a:spcPts val="0"/>
              </a:spcBef>
              <a:spcAft>
                <a:spcPts val="600"/>
              </a:spcAft>
              <a:defRPr sz="1600" b="0">
                <a:solidFill>
                  <a:schemeClr val="bg1"/>
                </a:solidFill>
                <a:latin typeface="+mn-lt"/>
              </a:defRPr>
            </a:lvl5pPr>
          </a:lstStyle>
          <a:p>
            <a:pPr lvl="0">
              <a:defRPr/>
            </a:pPr>
            <a:r>
              <a:rPr lang="ru-RU"/>
              <a:t>Пункт </a:t>
            </a:r>
            <a:endParaRPr/>
          </a:p>
          <a:p>
            <a:pPr lvl="1">
              <a:defRPr/>
            </a:pPr>
            <a:r>
              <a:rPr lang="ru-RU"/>
              <a:t>подпункт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2">
              <a:defRPr/>
            </a:pPr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userDrawn="1">
  <p:cSld name="Разделитель темный">
    <p:bg>
      <p:bgPr shadeToTitle="0">
        <a:solidFill>
          <a:srgbClr val="151515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7923746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432619" y="442994"/>
            <a:ext cx="9415914" cy="593304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>
              <a:lnSpc>
                <a:spcPct val="80000"/>
              </a:lnSpc>
              <a:defRPr sz="4800" b="1">
                <a:solidFill>
                  <a:schemeClr val="bg1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ru-RU"/>
              <a:t>Обложка раздела</a:t>
            </a:r>
            <a:endParaRPr lang="en-US"/>
          </a:p>
        </p:txBody>
      </p:sp>
      <p:sp>
        <p:nvSpPr>
          <p:cNvPr id="889361108" name="Текст 2"/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432619" y="1434455"/>
            <a:ext cx="9415914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lang="ru-RU" sz="20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>
              <a:lnSpc>
                <a:spcPct val="100000"/>
              </a:lnSpc>
              <a:spcBef>
                <a:spcPts val="1000"/>
              </a:spcBef>
              <a:defRPr/>
            </a:pPr>
            <a:r>
              <a:rPr lang="ru-RU"/>
              <a:t>Подзаголовок</a:t>
            </a:r>
            <a:endParaRPr/>
          </a:p>
        </p:txBody>
      </p:sp>
      <p:sp>
        <p:nvSpPr>
          <p:cNvPr id="335657640" name="Полилиния: фигура 3"/>
          <p:cNvSpPr/>
          <p:nvPr userDrawn="1"/>
        </p:nvSpPr>
        <p:spPr bwMode="auto">
          <a:xfrm>
            <a:off x="11196443" y="443503"/>
            <a:ext cx="562938" cy="401047"/>
          </a:xfrm>
          <a:custGeom>
            <a:avLst/>
            <a:gdLst>
              <a:gd name="connsiteX0" fmla="*/ 241705 w 564708"/>
              <a:gd name="connsiteY0" fmla="*/ 160605 h 402308"/>
              <a:gd name="connsiteX1" fmla="*/ 401911 w 564708"/>
              <a:gd name="connsiteY1" fmla="*/ 160605 h 402308"/>
              <a:gd name="connsiteX2" fmla="*/ 401911 w 564708"/>
              <a:gd name="connsiteY2" fmla="*/ 242103 h 402308"/>
              <a:gd name="connsiteX3" fmla="*/ 241705 w 564708"/>
              <a:gd name="connsiteY3" fmla="*/ 242103 h 402308"/>
              <a:gd name="connsiteX4" fmla="*/ 241705 w 564708"/>
              <a:gd name="connsiteY4" fmla="*/ 402309 h 402308"/>
              <a:gd name="connsiteX5" fmla="*/ 160207 w 564708"/>
              <a:gd name="connsiteY5" fmla="*/ 402309 h 402308"/>
              <a:gd name="connsiteX6" fmla="*/ 160207 w 564708"/>
              <a:gd name="connsiteY6" fmla="*/ 242103 h 402308"/>
              <a:gd name="connsiteX7" fmla="*/ 0 w 564708"/>
              <a:gd name="connsiteY7" fmla="*/ 242103 h 402308"/>
              <a:gd name="connsiteX8" fmla="*/ 0 w 564708"/>
              <a:gd name="connsiteY8" fmla="*/ 160605 h 402308"/>
              <a:gd name="connsiteX9" fmla="*/ 160207 w 564708"/>
              <a:gd name="connsiteY9" fmla="*/ 160605 h 402308"/>
              <a:gd name="connsiteX10" fmla="*/ 160207 w 564708"/>
              <a:gd name="connsiteY10" fmla="*/ 399 h 402308"/>
              <a:gd name="connsiteX11" fmla="*/ 241705 w 564708"/>
              <a:gd name="connsiteY11" fmla="*/ 399 h 402308"/>
              <a:gd name="connsiteX12" fmla="*/ 241705 w 564708"/>
              <a:gd name="connsiteY12" fmla="*/ 160605 h 402308"/>
              <a:gd name="connsiteX13" fmla="*/ 241705 w 564708"/>
              <a:gd name="connsiteY13" fmla="*/ 160605 h 402308"/>
              <a:gd name="connsiteX14" fmla="*/ 483210 w 564708"/>
              <a:gd name="connsiteY14" fmla="*/ 0 h 402308"/>
              <a:gd name="connsiteX15" fmla="*/ 483210 w 564708"/>
              <a:gd name="connsiteY15" fmla="*/ 402309 h 402308"/>
              <a:gd name="connsiteX16" fmla="*/ 564709 w 564708"/>
              <a:gd name="connsiteY16" fmla="*/ 402309 h 402308"/>
              <a:gd name="connsiteX17" fmla="*/ 564709 w 564708"/>
              <a:gd name="connsiteY17" fmla="*/ 0 h 402308"/>
              <a:gd name="connsiteX18" fmla="*/ 483210 w 564708"/>
              <a:gd name="connsiteY18" fmla="*/ 0 h 402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64708" h="402308" fill="norm" stroke="1" extrusionOk="0">
                <a:moveTo>
                  <a:pt x="241705" y="160605"/>
                </a:moveTo>
                <a:lnTo>
                  <a:pt x="401911" y="160605"/>
                </a:lnTo>
                <a:lnTo>
                  <a:pt x="401911" y="242103"/>
                </a:lnTo>
                <a:lnTo>
                  <a:pt x="241705" y="242103"/>
                </a:lnTo>
                <a:lnTo>
                  <a:pt x="241705" y="402309"/>
                </a:lnTo>
                <a:lnTo>
                  <a:pt x="160207" y="402309"/>
                </a:lnTo>
                <a:lnTo>
                  <a:pt x="160207" y="242103"/>
                </a:lnTo>
                <a:lnTo>
                  <a:pt x="0" y="242103"/>
                </a:lnTo>
                <a:lnTo>
                  <a:pt x="0" y="160605"/>
                </a:lnTo>
                <a:lnTo>
                  <a:pt x="160207" y="160605"/>
                </a:lnTo>
                <a:lnTo>
                  <a:pt x="160207" y="399"/>
                </a:lnTo>
                <a:lnTo>
                  <a:pt x="241705" y="399"/>
                </a:lnTo>
                <a:lnTo>
                  <a:pt x="241705" y="160605"/>
                </a:lnTo>
                <a:lnTo>
                  <a:pt x="241705" y="160605"/>
                </a:lnTo>
                <a:close/>
                <a:moveTo>
                  <a:pt x="483210" y="0"/>
                </a:moveTo>
                <a:lnTo>
                  <a:pt x="483210" y="402309"/>
                </a:lnTo>
                <a:lnTo>
                  <a:pt x="564709" y="402309"/>
                </a:lnTo>
                <a:lnTo>
                  <a:pt x="564709" y="0"/>
                </a:lnTo>
                <a:lnTo>
                  <a:pt x="483210" y="0"/>
                </a:lnTo>
                <a:close/>
              </a:path>
            </a:pathLst>
          </a:custGeom>
          <a:solidFill>
            <a:schemeClr val="bg1"/>
          </a:solidFill>
          <a:ln w="198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Контентны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3953357" name="Номер слайда 5"/>
          <p:cNvSpPr txBox="1"/>
          <p:nvPr userDrawn="1"/>
        </p:nvSpPr>
        <p:spPr bwMode="auto">
          <a:xfrm>
            <a:off x="0" y="6565920"/>
            <a:ext cx="432000" cy="123111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defPPr>
              <a:defRPr lang="ru-RU"/>
            </a:defPPr>
            <a:lvl1pPr marL="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9B51A1E-902D-48AF-9020-955120F399B6}" type="slidenum">
              <a:rPr lang="ru-RU" sz="800" b="0" i="0" u="none" strike="noStrike" cap="none" spc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latin typeface="Arial"/>
                <a:ea typeface="Verdana"/>
                <a:cs typeface="Verdana"/>
              </a:rPr>
              <a:t>14</a:t>
            </a:fld>
            <a:endParaRPr lang="ru-RU" sz="800" b="0" i="0" u="none" strike="noStrike" cap="none" spc="0">
              <a:ln>
                <a:noFill/>
              </a:ln>
              <a:solidFill>
                <a:schemeClr val="bg1">
                  <a:lumMod val="65000"/>
                </a:schemeClr>
              </a:solidFill>
              <a:latin typeface="Arial"/>
              <a:ea typeface="Verdana"/>
              <a:cs typeface="Verdana"/>
            </a:endParaRPr>
          </a:p>
        </p:txBody>
      </p:sp>
      <p:sp>
        <p:nvSpPr>
          <p:cNvPr id="1348784574" name="Заголовок 5"/>
          <p:cNvSpPr>
            <a:spLocks noGrp="1"/>
          </p:cNvSpPr>
          <p:nvPr>
            <p:ph type="title"/>
          </p:nvPr>
        </p:nvSpPr>
        <p:spPr bwMode="auto">
          <a:xfrm>
            <a:off x="432619" y="423292"/>
            <a:ext cx="9606530" cy="3708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lnSpc>
                <a:spcPct val="80000"/>
              </a:lnSpc>
              <a:defRPr sz="3000" b="1">
                <a:latin typeface="+mj-lt"/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Контент + подзаголовок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6380182" name="Текст 2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432619" y="1011238"/>
            <a:ext cx="9616256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/>
            </a:lvl2pPr>
          </a:lstStyle>
          <a:p>
            <a:pPr lvl="0">
              <a:defRPr/>
            </a:pPr>
            <a:r>
              <a:rPr lang="ru-RU"/>
              <a:t>Подзаголовок слайда</a:t>
            </a:r>
            <a:endParaRPr/>
          </a:p>
        </p:txBody>
      </p:sp>
      <p:sp>
        <p:nvSpPr>
          <p:cNvPr id="456497756" name="Номер слайда 5"/>
          <p:cNvSpPr txBox="1"/>
          <p:nvPr userDrawn="1"/>
        </p:nvSpPr>
        <p:spPr bwMode="auto">
          <a:xfrm>
            <a:off x="0" y="6565920"/>
            <a:ext cx="432000" cy="123111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defPPr>
              <a:defRPr lang="ru-RU"/>
            </a:defPPr>
            <a:lvl1pPr marL="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9B51A1E-902D-48AF-9020-955120F399B6}" type="slidenum">
              <a:rPr lang="ru-RU" sz="800" b="0" i="0" u="none" strike="noStrike" cap="none" spc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latin typeface="Arial"/>
                <a:ea typeface="Verdana"/>
                <a:cs typeface="Verdana"/>
              </a:rPr>
              <a:t>0</a:t>
            </a:fld>
            <a:endParaRPr lang="ru-RU" sz="800" b="0" i="0" u="none" strike="noStrike" cap="none" spc="0">
              <a:ln>
                <a:noFill/>
              </a:ln>
              <a:solidFill>
                <a:schemeClr val="bg1">
                  <a:lumMod val="65000"/>
                </a:schemeClr>
              </a:solidFill>
              <a:latin typeface="Arial"/>
              <a:ea typeface="Verdana"/>
              <a:cs typeface="Verdana"/>
            </a:endParaRPr>
          </a:p>
        </p:txBody>
      </p:sp>
      <p:sp>
        <p:nvSpPr>
          <p:cNvPr id="2009733232" name="Заголовок 5"/>
          <p:cNvSpPr>
            <a:spLocks noGrp="1"/>
          </p:cNvSpPr>
          <p:nvPr>
            <p:ph type="title"/>
          </p:nvPr>
        </p:nvSpPr>
        <p:spPr bwMode="auto">
          <a:xfrm>
            <a:off x="432619" y="423292"/>
            <a:ext cx="9616256" cy="3708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lnSpc>
                <a:spcPct val="80000"/>
              </a:lnSpc>
              <a:defRPr sz="3000" b="1">
                <a:latin typeface="+mj-lt"/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085347516" name="Текст 5"/>
          <p:cNvSpPr>
            <a:spLocks noGrp="1"/>
          </p:cNvSpPr>
          <p:nvPr>
            <p:ph type="body" sz="quarter" idx="13"/>
          </p:nvPr>
        </p:nvSpPr>
        <p:spPr bwMode="auto">
          <a:xfrm>
            <a:off x="431799" y="1458390"/>
            <a:ext cx="9617075" cy="150619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None/>
              <a:defRPr sz="1400">
                <a:latin typeface="+mj-lt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LS Hauss"/>
              <a:buChar char="+"/>
              <a:defRPr sz="1400">
                <a:latin typeface="+mj-lt"/>
              </a:defRPr>
            </a:lvl2pPr>
            <a:lvl3pPr marL="504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―"/>
              <a:defRPr lang="ru-RU" sz="14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1400"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+mj-lt"/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marL="432000" lvl="2" indent="-180000" algn="l" defTabSz="9144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•"/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2 колонки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5201181" name="Текст 2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432619" y="1011238"/>
            <a:ext cx="9616256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/>
            </a:lvl2pPr>
          </a:lstStyle>
          <a:p>
            <a:pPr lvl="0">
              <a:defRPr/>
            </a:pPr>
            <a:r>
              <a:rPr lang="ru-RU"/>
              <a:t>Подзаголовок слайда</a:t>
            </a:r>
            <a:endParaRPr/>
          </a:p>
        </p:txBody>
      </p:sp>
      <p:sp>
        <p:nvSpPr>
          <p:cNvPr id="1786875297" name="Заголовок 5"/>
          <p:cNvSpPr>
            <a:spLocks noGrp="1"/>
          </p:cNvSpPr>
          <p:nvPr>
            <p:ph type="title"/>
          </p:nvPr>
        </p:nvSpPr>
        <p:spPr bwMode="auto">
          <a:xfrm>
            <a:off x="432619" y="423292"/>
            <a:ext cx="9616256" cy="3708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lnSpc>
                <a:spcPct val="80000"/>
              </a:lnSpc>
              <a:defRPr sz="3000" b="1">
                <a:latin typeface="+mj-lt"/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116160889" name="Номер слайда 5"/>
          <p:cNvSpPr txBox="1"/>
          <p:nvPr userDrawn="1"/>
        </p:nvSpPr>
        <p:spPr bwMode="auto">
          <a:xfrm>
            <a:off x="0" y="6565920"/>
            <a:ext cx="432000" cy="123111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defPPr>
              <a:defRPr lang="ru-RU"/>
            </a:defPPr>
            <a:lvl1pPr marL="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9B51A1E-902D-48AF-9020-955120F399B6}" type="slidenum">
              <a:rPr lang="ru-RU" sz="800" b="0" i="0" u="none" strike="noStrike" cap="none" spc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latin typeface="Arial"/>
                <a:ea typeface="Verdana"/>
                <a:cs typeface="Verdana"/>
              </a:rPr>
              <a:t>0</a:t>
            </a:fld>
            <a:endParaRPr lang="ru-RU" sz="800" b="0" i="0" u="none" strike="noStrike" cap="none" spc="0">
              <a:ln>
                <a:noFill/>
              </a:ln>
              <a:solidFill>
                <a:schemeClr val="bg1">
                  <a:lumMod val="65000"/>
                </a:schemeClr>
              </a:solidFill>
              <a:latin typeface="Arial"/>
              <a:ea typeface="Verdana"/>
              <a:cs typeface="Verdana"/>
            </a:endParaRPr>
          </a:p>
        </p:txBody>
      </p:sp>
      <p:sp>
        <p:nvSpPr>
          <p:cNvPr id="1528359419" name="Текст 5"/>
          <p:cNvSpPr>
            <a:spLocks noGrp="1"/>
          </p:cNvSpPr>
          <p:nvPr>
            <p:ph type="body" sz="quarter" idx="16"/>
          </p:nvPr>
        </p:nvSpPr>
        <p:spPr bwMode="auto">
          <a:xfrm>
            <a:off x="431799" y="2945077"/>
            <a:ext cx="5567363" cy="22278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None/>
              <a:defRPr sz="1400">
                <a:latin typeface="+mj-lt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LS Hauss"/>
              <a:buChar char="+"/>
              <a:defRPr sz="1400">
                <a:latin typeface="+mj-lt"/>
              </a:defRPr>
            </a:lvl2pPr>
            <a:lvl3pPr marL="504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―"/>
              <a:defRPr lang="ru-RU" sz="14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1400"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+mj-lt"/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marL="432000" lvl="2" indent="-180000" algn="l" defTabSz="9144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•"/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755822709" name="Текст 5"/>
          <p:cNvSpPr>
            <a:spLocks noGrp="1"/>
          </p:cNvSpPr>
          <p:nvPr>
            <p:ph type="body" sz="quarter" idx="18"/>
          </p:nvPr>
        </p:nvSpPr>
        <p:spPr bwMode="auto">
          <a:xfrm>
            <a:off x="6191250" y="2945077"/>
            <a:ext cx="5567363" cy="22278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None/>
              <a:defRPr sz="1400">
                <a:latin typeface="+mj-lt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LS Hauss"/>
              <a:buChar char="+"/>
              <a:defRPr sz="1400">
                <a:latin typeface="+mj-lt"/>
              </a:defRPr>
            </a:lvl2pPr>
            <a:lvl3pPr marL="504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―"/>
              <a:defRPr lang="ru-RU" sz="14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1400"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+mj-lt"/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marL="432000" lvl="2" indent="-180000" algn="l" defTabSz="9144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•"/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Контент 3 колонки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0826988" name="Текст 2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432619" y="1011238"/>
            <a:ext cx="9616256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/>
            </a:lvl2pPr>
          </a:lstStyle>
          <a:p>
            <a:pPr lvl="0">
              <a:defRPr/>
            </a:pPr>
            <a:r>
              <a:rPr lang="ru-RU"/>
              <a:t>Подзаголовок слайда</a:t>
            </a:r>
            <a:endParaRPr/>
          </a:p>
        </p:txBody>
      </p:sp>
      <p:sp>
        <p:nvSpPr>
          <p:cNvPr id="801538372" name="Заголовок 5"/>
          <p:cNvSpPr>
            <a:spLocks noGrp="1"/>
          </p:cNvSpPr>
          <p:nvPr>
            <p:ph type="title"/>
          </p:nvPr>
        </p:nvSpPr>
        <p:spPr bwMode="auto">
          <a:xfrm>
            <a:off x="432619" y="423292"/>
            <a:ext cx="9616256" cy="3708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lnSpc>
                <a:spcPct val="80000"/>
              </a:lnSpc>
              <a:defRPr sz="3000" b="1">
                <a:latin typeface="+mj-lt"/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249694462" name="Текст 5"/>
          <p:cNvSpPr>
            <a:spLocks noGrp="1"/>
          </p:cNvSpPr>
          <p:nvPr>
            <p:ph type="body" sz="quarter" idx="16"/>
          </p:nvPr>
        </p:nvSpPr>
        <p:spPr bwMode="auto">
          <a:xfrm>
            <a:off x="431799" y="2945077"/>
            <a:ext cx="3648074" cy="22278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None/>
              <a:defRPr sz="1400">
                <a:latin typeface="+mj-lt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LS Hauss"/>
              <a:buChar char="+"/>
              <a:defRPr sz="1400">
                <a:latin typeface="+mj-lt"/>
              </a:defRPr>
            </a:lvl2pPr>
            <a:lvl3pPr marL="504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―"/>
              <a:defRPr lang="ru-RU" sz="14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1400"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+mj-lt"/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marL="432000" lvl="2" indent="-180000" algn="l" defTabSz="9144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•"/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966190344" name="Текст 5"/>
          <p:cNvSpPr>
            <a:spLocks noGrp="1"/>
          </p:cNvSpPr>
          <p:nvPr>
            <p:ph type="body" sz="quarter" idx="17"/>
          </p:nvPr>
        </p:nvSpPr>
        <p:spPr bwMode="auto">
          <a:xfrm>
            <a:off x="4271169" y="2945077"/>
            <a:ext cx="3648074" cy="22278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None/>
              <a:defRPr sz="1400">
                <a:latin typeface="+mj-lt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LS Hauss"/>
              <a:buChar char="+"/>
              <a:defRPr sz="1400">
                <a:latin typeface="+mj-lt"/>
              </a:defRPr>
            </a:lvl2pPr>
            <a:lvl3pPr marL="504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―"/>
              <a:defRPr lang="ru-RU" sz="14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1400"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+mj-lt"/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marL="432000" lvl="2" indent="-180000" algn="l" defTabSz="9144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•"/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267653745" name="Текст 5"/>
          <p:cNvSpPr>
            <a:spLocks noGrp="1"/>
          </p:cNvSpPr>
          <p:nvPr>
            <p:ph type="body" sz="quarter" idx="18"/>
          </p:nvPr>
        </p:nvSpPr>
        <p:spPr bwMode="auto">
          <a:xfrm>
            <a:off x="8110538" y="2945077"/>
            <a:ext cx="3648074" cy="22278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None/>
              <a:defRPr sz="1400">
                <a:latin typeface="+mj-lt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LS Hauss"/>
              <a:buChar char="+"/>
              <a:defRPr sz="1400">
                <a:latin typeface="+mj-lt"/>
              </a:defRPr>
            </a:lvl2pPr>
            <a:lvl3pPr marL="504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―"/>
              <a:defRPr lang="ru-RU" sz="14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1400"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+mj-lt"/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marL="432000" lvl="2" indent="-180000" algn="l" defTabSz="9144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•"/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469119817" name="Номер слайда 5"/>
          <p:cNvSpPr txBox="1"/>
          <p:nvPr userDrawn="1"/>
        </p:nvSpPr>
        <p:spPr bwMode="auto">
          <a:xfrm>
            <a:off x="0" y="6565920"/>
            <a:ext cx="432000" cy="123111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defPPr>
              <a:defRPr lang="ru-RU"/>
            </a:defPPr>
            <a:lvl1pPr marL="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9B51A1E-902D-48AF-9020-955120F399B6}" type="slidenum">
              <a:rPr lang="ru-RU" sz="800" b="0" i="0" u="none" strike="noStrike" cap="none" spc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latin typeface="Arial"/>
                <a:ea typeface="Verdana"/>
                <a:cs typeface="Verdana"/>
              </a:rPr>
              <a:t>0</a:t>
            </a:fld>
            <a:endParaRPr lang="ru-RU" sz="800" b="0" i="0" u="none" strike="noStrike" cap="none" spc="0">
              <a:ln>
                <a:noFill/>
              </a:ln>
              <a:solidFill>
                <a:schemeClr val="bg1">
                  <a:lumMod val="65000"/>
                </a:schemeClr>
              </a:solidFill>
              <a:latin typeface="Arial"/>
              <a:ea typeface="Verdana"/>
              <a:cs typeface="Verdana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Контент 4 колонки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1045808" name="Текст 2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432619" y="1011238"/>
            <a:ext cx="9616256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/>
            </a:lvl2pPr>
          </a:lstStyle>
          <a:p>
            <a:pPr lvl="0">
              <a:defRPr/>
            </a:pPr>
            <a:r>
              <a:rPr lang="ru-RU"/>
              <a:t>Подзаголовок слайда</a:t>
            </a:r>
            <a:endParaRPr/>
          </a:p>
        </p:txBody>
      </p:sp>
      <p:sp>
        <p:nvSpPr>
          <p:cNvPr id="1155670328" name="Заголовок 5"/>
          <p:cNvSpPr>
            <a:spLocks noGrp="1"/>
          </p:cNvSpPr>
          <p:nvPr>
            <p:ph type="title"/>
          </p:nvPr>
        </p:nvSpPr>
        <p:spPr bwMode="auto">
          <a:xfrm>
            <a:off x="432619" y="423292"/>
            <a:ext cx="9616256" cy="3708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lnSpc>
                <a:spcPct val="80000"/>
              </a:lnSpc>
              <a:defRPr sz="3000" b="1">
                <a:latin typeface="+mj-lt"/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471340181" name="Текст 5"/>
          <p:cNvSpPr>
            <a:spLocks noGrp="1"/>
          </p:cNvSpPr>
          <p:nvPr>
            <p:ph type="body" sz="quarter" idx="17"/>
          </p:nvPr>
        </p:nvSpPr>
        <p:spPr bwMode="auto">
          <a:xfrm>
            <a:off x="431799" y="2945074"/>
            <a:ext cx="2676526" cy="22278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None/>
              <a:defRPr sz="1400">
                <a:latin typeface="+mj-lt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LS Hauss"/>
              <a:buChar char="+"/>
              <a:defRPr sz="1400">
                <a:latin typeface="+mj-lt"/>
              </a:defRPr>
            </a:lvl2pPr>
            <a:lvl3pPr marL="504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―"/>
              <a:defRPr lang="ru-RU" sz="14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1400"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+mj-lt"/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marL="432000" lvl="2" indent="-180000" algn="l" defTabSz="9144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•"/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984029655" name="Текст 5"/>
          <p:cNvSpPr>
            <a:spLocks noGrp="1"/>
          </p:cNvSpPr>
          <p:nvPr>
            <p:ph type="body" sz="quarter" idx="18"/>
          </p:nvPr>
        </p:nvSpPr>
        <p:spPr bwMode="auto">
          <a:xfrm>
            <a:off x="6198657" y="2945074"/>
            <a:ext cx="2676526" cy="22278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None/>
              <a:defRPr sz="1400">
                <a:latin typeface="+mj-lt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LS Hauss"/>
              <a:buChar char="+"/>
              <a:defRPr sz="1400">
                <a:latin typeface="+mj-lt"/>
              </a:defRPr>
            </a:lvl2pPr>
            <a:lvl3pPr marL="504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―"/>
              <a:defRPr lang="ru-RU" sz="14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1400"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+mj-lt"/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marL="432000" lvl="2" indent="-180000" algn="l" defTabSz="9144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•"/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752490955" name="Текст 5"/>
          <p:cNvSpPr>
            <a:spLocks noGrp="1"/>
          </p:cNvSpPr>
          <p:nvPr>
            <p:ph type="body" sz="quarter" idx="19"/>
          </p:nvPr>
        </p:nvSpPr>
        <p:spPr bwMode="auto">
          <a:xfrm>
            <a:off x="9082087" y="2945074"/>
            <a:ext cx="2676526" cy="22278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None/>
              <a:defRPr sz="1400">
                <a:latin typeface="+mj-lt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LS Hauss"/>
              <a:buChar char="+"/>
              <a:defRPr sz="1400">
                <a:latin typeface="+mj-lt"/>
              </a:defRPr>
            </a:lvl2pPr>
            <a:lvl3pPr marL="504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―"/>
              <a:defRPr lang="ru-RU" sz="14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1400"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+mj-lt"/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marL="432000" lvl="2" indent="-180000" algn="l" defTabSz="9144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•"/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306932905" name="Текст 5"/>
          <p:cNvSpPr>
            <a:spLocks noGrp="1"/>
          </p:cNvSpPr>
          <p:nvPr>
            <p:ph type="body" sz="quarter" idx="20"/>
          </p:nvPr>
        </p:nvSpPr>
        <p:spPr bwMode="auto">
          <a:xfrm>
            <a:off x="3327821" y="2945074"/>
            <a:ext cx="2676526" cy="22278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None/>
              <a:defRPr sz="1400">
                <a:latin typeface="+mj-lt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LS Hauss"/>
              <a:buChar char="+"/>
              <a:defRPr sz="1400">
                <a:latin typeface="+mj-lt"/>
              </a:defRPr>
            </a:lvl2pPr>
            <a:lvl3pPr marL="504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―"/>
              <a:defRPr lang="ru-RU" sz="14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1400"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+mj-lt"/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marL="432000" lvl="2" indent="-180000" algn="l" defTabSz="9144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•"/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307379099" name="Номер слайда 5"/>
          <p:cNvSpPr txBox="1"/>
          <p:nvPr userDrawn="1"/>
        </p:nvSpPr>
        <p:spPr bwMode="auto">
          <a:xfrm>
            <a:off x="0" y="6565920"/>
            <a:ext cx="432000" cy="123111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defPPr>
              <a:defRPr lang="ru-RU"/>
            </a:defPPr>
            <a:lvl1pPr marL="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9B51A1E-902D-48AF-9020-955120F399B6}" type="slidenum">
              <a:rPr lang="ru-RU" sz="800" b="0" i="0" u="none" strike="noStrike" cap="none" spc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latin typeface="Arial"/>
                <a:ea typeface="Verdana"/>
                <a:cs typeface="Verdana"/>
              </a:rPr>
              <a:t>0</a:t>
            </a:fld>
            <a:endParaRPr lang="ru-RU" sz="800" b="0" i="0" u="none" strike="noStrike" cap="none" spc="0">
              <a:ln>
                <a:noFill/>
              </a:ln>
              <a:solidFill>
                <a:schemeClr val="bg1">
                  <a:lumMod val="65000"/>
                </a:schemeClr>
              </a:solidFill>
              <a:latin typeface="Arial"/>
              <a:ea typeface="Verdana"/>
              <a:cs typeface="Verdana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5 колонок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0952589" name="Текст 2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432619" y="1011238"/>
            <a:ext cx="9616256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/>
            </a:lvl2pPr>
          </a:lstStyle>
          <a:p>
            <a:pPr lvl="0">
              <a:defRPr/>
            </a:pPr>
            <a:r>
              <a:rPr lang="ru-RU"/>
              <a:t>Подзаголовок слайда</a:t>
            </a:r>
            <a:endParaRPr/>
          </a:p>
        </p:txBody>
      </p:sp>
      <p:sp>
        <p:nvSpPr>
          <p:cNvPr id="683662613" name="Заголовок 5"/>
          <p:cNvSpPr>
            <a:spLocks noGrp="1"/>
          </p:cNvSpPr>
          <p:nvPr>
            <p:ph type="title"/>
          </p:nvPr>
        </p:nvSpPr>
        <p:spPr bwMode="auto">
          <a:xfrm>
            <a:off x="432619" y="423292"/>
            <a:ext cx="9616256" cy="3708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lnSpc>
                <a:spcPct val="80000"/>
              </a:lnSpc>
              <a:defRPr sz="3000" b="1">
                <a:latin typeface="+mj-lt"/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991739796" name="Номер слайда 5"/>
          <p:cNvSpPr txBox="1"/>
          <p:nvPr userDrawn="1"/>
        </p:nvSpPr>
        <p:spPr bwMode="auto">
          <a:xfrm>
            <a:off x="0" y="6565920"/>
            <a:ext cx="432000" cy="123111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defPPr>
              <a:defRPr lang="ru-RU"/>
            </a:defPPr>
            <a:lvl1pPr marL="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9B51A1E-902D-48AF-9020-955120F399B6}" type="slidenum">
              <a:rPr lang="ru-RU" sz="800" b="0" i="0" u="none" strike="noStrike" cap="none" spc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latin typeface="Arial"/>
                <a:ea typeface="Verdana"/>
                <a:cs typeface="Verdana"/>
              </a:rPr>
              <a:t>0</a:t>
            </a:fld>
            <a:endParaRPr lang="ru-RU" sz="800" b="0" i="0" u="none" strike="noStrike" cap="none" spc="0">
              <a:ln>
                <a:noFill/>
              </a:ln>
              <a:solidFill>
                <a:schemeClr val="bg1">
                  <a:lumMod val="65000"/>
                </a:schemeClr>
              </a:solidFill>
              <a:latin typeface="Arial"/>
              <a:ea typeface="Verdana"/>
              <a:cs typeface="Verdana"/>
            </a:endParaRPr>
          </a:p>
        </p:txBody>
      </p:sp>
      <p:sp>
        <p:nvSpPr>
          <p:cNvPr id="2129123569" name="Текст 5"/>
          <p:cNvSpPr>
            <a:spLocks noGrp="1"/>
          </p:cNvSpPr>
          <p:nvPr>
            <p:ph type="body" sz="quarter" idx="17"/>
          </p:nvPr>
        </p:nvSpPr>
        <p:spPr bwMode="auto">
          <a:xfrm>
            <a:off x="431799" y="2945074"/>
            <a:ext cx="2111376" cy="22278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None/>
              <a:defRPr sz="1400">
                <a:latin typeface="+mj-lt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LS Hauss"/>
              <a:buChar char="+"/>
              <a:defRPr sz="1400">
                <a:latin typeface="+mj-lt"/>
              </a:defRPr>
            </a:lvl2pPr>
            <a:lvl3pPr marL="504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―"/>
              <a:defRPr lang="ru-RU" sz="14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1400"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+mj-lt"/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marL="432000" lvl="2" indent="-180000" algn="l" defTabSz="9144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•"/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521679775" name="Текст 5"/>
          <p:cNvSpPr>
            <a:spLocks noGrp="1"/>
          </p:cNvSpPr>
          <p:nvPr>
            <p:ph type="body" sz="quarter" idx="18"/>
          </p:nvPr>
        </p:nvSpPr>
        <p:spPr bwMode="auto">
          <a:xfrm>
            <a:off x="2741862" y="2945074"/>
            <a:ext cx="2111376" cy="22278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None/>
              <a:defRPr sz="1400">
                <a:latin typeface="+mj-lt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LS Hauss"/>
              <a:buChar char="+"/>
              <a:defRPr sz="1400">
                <a:latin typeface="+mj-lt"/>
              </a:defRPr>
            </a:lvl2pPr>
            <a:lvl3pPr marL="504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―"/>
              <a:defRPr lang="ru-RU" sz="14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1400"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+mj-lt"/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marL="432000" lvl="2" indent="-180000" algn="l" defTabSz="9144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•"/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2130837377" name="Текст 5"/>
          <p:cNvSpPr>
            <a:spLocks noGrp="1"/>
          </p:cNvSpPr>
          <p:nvPr>
            <p:ph type="body" sz="quarter" idx="19"/>
          </p:nvPr>
        </p:nvSpPr>
        <p:spPr bwMode="auto">
          <a:xfrm>
            <a:off x="5051925" y="2945074"/>
            <a:ext cx="2111376" cy="22278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None/>
              <a:defRPr sz="1400">
                <a:latin typeface="+mj-lt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LS Hauss"/>
              <a:buChar char="+"/>
              <a:defRPr sz="1400">
                <a:latin typeface="+mj-lt"/>
              </a:defRPr>
            </a:lvl2pPr>
            <a:lvl3pPr marL="504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―"/>
              <a:defRPr lang="ru-RU" sz="14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1400"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+mj-lt"/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marL="432000" lvl="2" indent="-180000" algn="l" defTabSz="9144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•"/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932307062" name="Текст 5"/>
          <p:cNvSpPr>
            <a:spLocks noGrp="1"/>
          </p:cNvSpPr>
          <p:nvPr>
            <p:ph type="body" sz="quarter" idx="20"/>
          </p:nvPr>
        </p:nvSpPr>
        <p:spPr bwMode="auto">
          <a:xfrm>
            <a:off x="7352363" y="2945074"/>
            <a:ext cx="2111376" cy="22278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None/>
              <a:defRPr sz="1400">
                <a:latin typeface="+mj-lt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LS Hauss"/>
              <a:buChar char="+"/>
              <a:defRPr sz="1400">
                <a:latin typeface="+mj-lt"/>
              </a:defRPr>
            </a:lvl2pPr>
            <a:lvl3pPr marL="504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―"/>
              <a:defRPr lang="ru-RU" sz="14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1400"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+mj-lt"/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marL="432000" lvl="2" indent="-180000" algn="l" defTabSz="9144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•"/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93506371" name="Текст 5"/>
          <p:cNvSpPr>
            <a:spLocks noGrp="1"/>
          </p:cNvSpPr>
          <p:nvPr>
            <p:ph type="body" sz="quarter" idx="21"/>
          </p:nvPr>
        </p:nvSpPr>
        <p:spPr bwMode="auto">
          <a:xfrm>
            <a:off x="9652801" y="2945074"/>
            <a:ext cx="2111376" cy="22278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None/>
              <a:defRPr sz="1400">
                <a:latin typeface="+mj-lt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LS Hauss"/>
              <a:buChar char="+"/>
              <a:defRPr sz="1400">
                <a:latin typeface="+mj-lt"/>
              </a:defRPr>
            </a:lvl2pPr>
            <a:lvl3pPr marL="504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―"/>
              <a:defRPr lang="ru-RU" sz="14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1400"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+mj-lt"/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marL="432000" lvl="2" indent="-180000" algn="l" defTabSz="9144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•"/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Контент + фото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9252360" name="Рисунок 6"/>
          <p:cNvSpPr>
            <a:spLocks noGrp="1"/>
          </p:cNvSpPr>
          <p:nvPr>
            <p:ph type="pic" sz="quarter" idx="12"/>
          </p:nvPr>
        </p:nvSpPr>
        <p:spPr bwMode="auto">
          <a:xfrm>
            <a:off x="7343774" y="0"/>
            <a:ext cx="4848225" cy="6858000"/>
          </a:xfrm>
          <a:prstGeom prst="rect">
            <a:avLst/>
          </a:prstGeom>
          <a:solidFill>
            <a:srgbClr val="151515"/>
          </a:solidFill>
        </p:spPr>
        <p:txBody>
          <a:bodyPr/>
          <a:lstStyle>
            <a:lvl1pPr>
              <a:defRPr lang="ru-RU">
                <a:solidFill>
                  <a:srgbClr val="151515"/>
                </a:solidFill>
              </a:defRPr>
            </a:lvl1pPr>
          </a:lstStyle>
          <a:p>
            <a:pPr lvl="0">
              <a:defRPr/>
            </a:pPr>
            <a:endParaRPr lang="ru-RU"/>
          </a:p>
        </p:txBody>
      </p:sp>
      <p:sp>
        <p:nvSpPr>
          <p:cNvPr id="2105270222" name="Заголовок 5"/>
          <p:cNvSpPr>
            <a:spLocks noGrp="1"/>
          </p:cNvSpPr>
          <p:nvPr>
            <p:ph type="title"/>
          </p:nvPr>
        </p:nvSpPr>
        <p:spPr bwMode="auto">
          <a:xfrm>
            <a:off x="432619" y="423292"/>
            <a:ext cx="6266564" cy="3708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lnSpc>
                <a:spcPct val="80000"/>
              </a:lnSpc>
              <a:defRPr sz="3000" b="1">
                <a:latin typeface="+mj-lt"/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50434880" name="Текст 5"/>
          <p:cNvSpPr>
            <a:spLocks noGrp="1"/>
          </p:cNvSpPr>
          <p:nvPr>
            <p:ph type="body" sz="quarter" idx="14"/>
          </p:nvPr>
        </p:nvSpPr>
        <p:spPr bwMode="auto">
          <a:xfrm>
            <a:off x="431799" y="1022549"/>
            <a:ext cx="6266565" cy="44336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None/>
              <a:defRPr sz="1400">
                <a:latin typeface="+mj-lt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LS Hauss"/>
              <a:buChar char="+"/>
              <a:defRPr sz="1400">
                <a:latin typeface="+mj-lt"/>
              </a:defRPr>
            </a:lvl2pPr>
            <a:lvl3pPr marL="504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―"/>
              <a:defRPr lang="ru-RU" sz="14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1400"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 b="0">
                <a:solidFill>
                  <a:schemeClr val="bg2"/>
                </a:solidFill>
                <a:latin typeface="+mj-lt"/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marL="432000" lvl="2" indent="-180000" algn="l" defTabSz="9144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•"/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834279234" name="Номер слайда 5"/>
          <p:cNvSpPr txBox="1"/>
          <p:nvPr userDrawn="1"/>
        </p:nvSpPr>
        <p:spPr bwMode="auto">
          <a:xfrm>
            <a:off x="0" y="6565920"/>
            <a:ext cx="432000" cy="123111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defPPr>
              <a:defRPr lang="ru-RU"/>
            </a:defPPr>
            <a:lvl1pPr marL="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9B51A1E-902D-48AF-9020-955120F399B6}" type="slidenum">
              <a:rPr lang="ru-RU" sz="800" b="0" i="0" u="none" strike="noStrike" cap="none" spc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latin typeface="Arial"/>
                <a:ea typeface="Verdana"/>
                <a:cs typeface="Verdana"/>
              </a:rPr>
              <a:t>0</a:t>
            </a:fld>
            <a:endParaRPr lang="ru-RU" sz="800" b="0" i="0" u="none" strike="noStrike" cap="none" spc="0">
              <a:ln>
                <a:noFill/>
              </a:ln>
              <a:solidFill>
                <a:schemeClr val="bg1">
                  <a:lumMod val="65000"/>
                </a:schemeClr>
              </a:solidFill>
              <a:latin typeface="Arial"/>
              <a:ea typeface="Verdana"/>
              <a:cs typeface="Verdana"/>
            </a:endParaRPr>
          </a:p>
        </p:txBody>
      </p:sp>
      <p:sp>
        <p:nvSpPr>
          <p:cNvPr id="2123304556" name="Полилиния: фигура 3"/>
          <p:cNvSpPr/>
          <p:nvPr userDrawn="1"/>
        </p:nvSpPr>
        <p:spPr bwMode="auto">
          <a:xfrm>
            <a:off x="11196443" y="443503"/>
            <a:ext cx="562938" cy="401047"/>
          </a:xfrm>
          <a:custGeom>
            <a:avLst/>
            <a:gdLst>
              <a:gd name="connsiteX0" fmla="*/ 241705 w 564708"/>
              <a:gd name="connsiteY0" fmla="*/ 160605 h 402308"/>
              <a:gd name="connsiteX1" fmla="*/ 401911 w 564708"/>
              <a:gd name="connsiteY1" fmla="*/ 160605 h 402308"/>
              <a:gd name="connsiteX2" fmla="*/ 401911 w 564708"/>
              <a:gd name="connsiteY2" fmla="*/ 242103 h 402308"/>
              <a:gd name="connsiteX3" fmla="*/ 241705 w 564708"/>
              <a:gd name="connsiteY3" fmla="*/ 242103 h 402308"/>
              <a:gd name="connsiteX4" fmla="*/ 241705 w 564708"/>
              <a:gd name="connsiteY4" fmla="*/ 402309 h 402308"/>
              <a:gd name="connsiteX5" fmla="*/ 160207 w 564708"/>
              <a:gd name="connsiteY5" fmla="*/ 402309 h 402308"/>
              <a:gd name="connsiteX6" fmla="*/ 160207 w 564708"/>
              <a:gd name="connsiteY6" fmla="*/ 242103 h 402308"/>
              <a:gd name="connsiteX7" fmla="*/ 0 w 564708"/>
              <a:gd name="connsiteY7" fmla="*/ 242103 h 402308"/>
              <a:gd name="connsiteX8" fmla="*/ 0 w 564708"/>
              <a:gd name="connsiteY8" fmla="*/ 160605 h 402308"/>
              <a:gd name="connsiteX9" fmla="*/ 160207 w 564708"/>
              <a:gd name="connsiteY9" fmla="*/ 160605 h 402308"/>
              <a:gd name="connsiteX10" fmla="*/ 160207 w 564708"/>
              <a:gd name="connsiteY10" fmla="*/ 399 h 402308"/>
              <a:gd name="connsiteX11" fmla="*/ 241705 w 564708"/>
              <a:gd name="connsiteY11" fmla="*/ 399 h 402308"/>
              <a:gd name="connsiteX12" fmla="*/ 241705 w 564708"/>
              <a:gd name="connsiteY12" fmla="*/ 160605 h 402308"/>
              <a:gd name="connsiteX13" fmla="*/ 241705 w 564708"/>
              <a:gd name="connsiteY13" fmla="*/ 160605 h 402308"/>
              <a:gd name="connsiteX14" fmla="*/ 483210 w 564708"/>
              <a:gd name="connsiteY14" fmla="*/ 0 h 402308"/>
              <a:gd name="connsiteX15" fmla="*/ 483210 w 564708"/>
              <a:gd name="connsiteY15" fmla="*/ 402309 h 402308"/>
              <a:gd name="connsiteX16" fmla="*/ 564709 w 564708"/>
              <a:gd name="connsiteY16" fmla="*/ 402309 h 402308"/>
              <a:gd name="connsiteX17" fmla="*/ 564709 w 564708"/>
              <a:gd name="connsiteY17" fmla="*/ 0 h 402308"/>
              <a:gd name="connsiteX18" fmla="*/ 483210 w 564708"/>
              <a:gd name="connsiteY18" fmla="*/ 0 h 402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64708" h="402308" fill="norm" stroke="1" extrusionOk="0">
                <a:moveTo>
                  <a:pt x="241705" y="160605"/>
                </a:moveTo>
                <a:lnTo>
                  <a:pt x="401911" y="160605"/>
                </a:lnTo>
                <a:lnTo>
                  <a:pt x="401911" y="242103"/>
                </a:lnTo>
                <a:lnTo>
                  <a:pt x="241705" y="242103"/>
                </a:lnTo>
                <a:lnTo>
                  <a:pt x="241705" y="402309"/>
                </a:lnTo>
                <a:lnTo>
                  <a:pt x="160207" y="402309"/>
                </a:lnTo>
                <a:lnTo>
                  <a:pt x="160207" y="242103"/>
                </a:lnTo>
                <a:lnTo>
                  <a:pt x="0" y="242103"/>
                </a:lnTo>
                <a:lnTo>
                  <a:pt x="0" y="160605"/>
                </a:lnTo>
                <a:lnTo>
                  <a:pt x="160207" y="160605"/>
                </a:lnTo>
                <a:lnTo>
                  <a:pt x="160207" y="399"/>
                </a:lnTo>
                <a:lnTo>
                  <a:pt x="241705" y="399"/>
                </a:lnTo>
                <a:lnTo>
                  <a:pt x="241705" y="160605"/>
                </a:lnTo>
                <a:lnTo>
                  <a:pt x="241705" y="160605"/>
                </a:lnTo>
                <a:close/>
                <a:moveTo>
                  <a:pt x="483210" y="0"/>
                </a:moveTo>
                <a:lnTo>
                  <a:pt x="483210" y="402309"/>
                </a:lnTo>
                <a:lnTo>
                  <a:pt x="564709" y="402309"/>
                </a:lnTo>
                <a:lnTo>
                  <a:pt x="564709" y="0"/>
                </a:lnTo>
                <a:lnTo>
                  <a:pt x="483210" y="0"/>
                </a:lnTo>
                <a:close/>
              </a:path>
            </a:pathLst>
          </a:custGeom>
          <a:solidFill>
            <a:schemeClr val="bg1"/>
          </a:solidFill>
          <a:ln w="198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Фото на весь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3754103" name="Рисунок 10"/>
          <p:cNvSpPr>
            <a:spLocks noGrp="1"/>
          </p:cNvSpPr>
          <p:nvPr>
            <p:ph type="pic" sz="quarter" idx="12"/>
          </p:nvPr>
        </p:nvSpPr>
        <p:spPr bwMode="auto">
          <a:xfrm>
            <a:off x="0" y="0"/>
            <a:ext cx="12191999" cy="6858000"/>
          </a:xfrm>
          <a:prstGeom prst="rect">
            <a:avLst/>
          </a:prstGeom>
          <a:solidFill>
            <a:schemeClr val="accent4"/>
          </a:solidFill>
        </p:spPr>
        <p:txBody>
          <a:bodyPr wrap="square" lIns="360000">
            <a:noAutofit/>
          </a:bodyPr>
          <a:lstStyle>
            <a:lvl1pPr marL="0" indent="0" algn="l">
              <a:buNone/>
              <a:defRPr lang="ru-RU" sz="1400">
                <a:solidFill>
                  <a:schemeClr val="accent4"/>
                </a:solidFill>
              </a:defRPr>
            </a:lvl1pPr>
          </a:lstStyle>
          <a:p>
            <a:pPr lvl="0">
              <a:defRPr/>
            </a:pPr>
            <a:endParaRPr lang="ru-RU"/>
          </a:p>
        </p:txBody>
      </p:sp>
      <p:sp>
        <p:nvSpPr>
          <p:cNvPr id="601879610" name="Номер слайда 5"/>
          <p:cNvSpPr txBox="1"/>
          <p:nvPr userDrawn="1"/>
        </p:nvSpPr>
        <p:spPr bwMode="auto">
          <a:xfrm>
            <a:off x="0" y="6565920"/>
            <a:ext cx="432000" cy="123111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defPPr>
              <a:defRPr lang="ru-RU"/>
            </a:defPPr>
            <a:lvl1pPr marL="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9B51A1E-902D-48AF-9020-955120F399B6}" type="slidenum">
              <a:rPr lang="ru-RU" sz="800" b="0" i="0" u="none" strike="noStrike" cap="none" spc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latin typeface="Arial"/>
                <a:ea typeface="Verdana"/>
                <a:cs typeface="Verdana"/>
              </a:rPr>
              <a:t>0</a:t>
            </a:fld>
            <a:endParaRPr lang="ru-RU" sz="800" b="0" i="0" u="none" strike="noStrike" cap="none" spc="0">
              <a:ln>
                <a:noFill/>
              </a:ln>
              <a:solidFill>
                <a:schemeClr val="bg1">
                  <a:lumMod val="65000"/>
                </a:schemeClr>
              </a:solidFill>
              <a:latin typeface="Arial"/>
              <a:ea typeface="Verdana"/>
              <a:cs typeface="Verdana"/>
            </a:endParaRPr>
          </a:p>
        </p:txBody>
      </p:sp>
      <p:sp>
        <p:nvSpPr>
          <p:cNvPr id="303335463" name="Полилиния: фигура 3"/>
          <p:cNvSpPr/>
          <p:nvPr userDrawn="1"/>
        </p:nvSpPr>
        <p:spPr bwMode="auto">
          <a:xfrm>
            <a:off x="11196443" y="443503"/>
            <a:ext cx="562938" cy="401047"/>
          </a:xfrm>
          <a:custGeom>
            <a:avLst/>
            <a:gdLst>
              <a:gd name="connsiteX0" fmla="*/ 241705 w 564708"/>
              <a:gd name="connsiteY0" fmla="*/ 160605 h 402308"/>
              <a:gd name="connsiteX1" fmla="*/ 401911 w 564708"/>
              <a:gd name="connsiteY1" fmla="*/ 160605 h 402308"/>
              <a:gd name="connsiteX2" fmla="*/ 401911 w 564708"/>
              <a:gd name="connsiteY2" fmla="*/ 242103 h 402308"/>
              <a:gd name="connsiteX3" fmla="*/ 241705 w 564708"/>
              <a:gd name="connsiteY3" fmla="*/ 242103 h 402308"/>
              <a:gd name="connsiteX4" fmla="*/ 241705 w 564708"/>
              <a:gd name="connsiteY4" fmla="*/ 402309 h 402308"/>
              <a:gd name="connsiteX5" fmla="*/ 160207 w 564708"/>
              <a:gd name="connsiteY5" fmla="*/ 402309 h 402308"/>
              <a:gd name="connsiteX6" fmla="*/ 160207 w 564708"/>
              <a:gd name="connsiteY6" fmla="*/ 242103 h 402308"/>
              <a:gd name="connsiteX7" fmla="*/ 0 w 564708"/>
              <a:gd name="connsiteY7" fmla="*/ 242103 h 402308"/>
              <a:gd name="connsiteX8" fmla="*/ 0 w 564708"/>
              <a:gd name="connsiteY8" fmla="*/ 160605 h 402308"/>
              <a:gd name="connsiteX9" fmla="*/ 160207 w 564708"/>
              <a:gd name="connsiteY9" fmla="*/ 160605 h 402308"/>
              <a:gd name="connsiteX10" fmla="*/ 160207 w 564708"/>
              <a:gd name="connsiteY10" fmla="*/ 399 h 402308"/>
              <a:gd name="connsiteX11" fmla="*/ 241705 w 564708"/>
              <a:gd name="connsiteY11" fmla="*/ 399 h 402308"/>
              <a:gd name="connsiteX12" fmla="*/ 241705 w 564708"/>
              <a:gd name="connsiteY12" fmla="*/ 160605 h 402308"/>
              <a:gd name="connsiteX13" fmla="*/ 241705 w 564708"/>
              <a:gd name="connsiteY13" fmla="*/ 160605 h 402308"/>
              <a:gd name="connsiteX14" fmla="*/ 483210 w 564708"/>
              <a:gd name="connsiteY14" fmla="*/ 0 h 402308"/>
              <a:gd name="connsiteX15" fmla="*/ 483210 w 564708"/>
              <a:gd name="connsiteY15" fmla="*/ 402309 h 402308"/>
              <a:gd name="connsiteX16" fmla="*/ 564709 w 564708"/>
              <a:gd name="connsiteY16" fmla="*/ 402309 h 402308"/>
              <a:gd name="connsiteX17" fmla="*/ 564709 w 564708"/>
              <a:gd name="connsiteY17" fmla="*/ 0 h 402308"/>
              <a:gd name="connsiteX18" fmla="*/ 483210 w 564708"/>
              <a:gd name="connsiteY18" fmla="*/ 0 h 402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64708" h="402308" fill="norm" stroke="1" extrusionOk="0">
                <a:moveTo>
                  <a:pt x="241705" y="160605"/>
                </a:moveTo>
                <a:lnTo>
                  <a:pt x="401911" y="160605"/>
                </a:lnTo>
                <a:lnTo>
                  <a:pt x="401911" y="242103"/>
                </a:lnTo>
                <a:lnTo>
                  <a:pt x="241705" y="242103"/>
                </a:lnTo>
                <a:lnTo>
                  <a:pt x="241705" y="402309"/>
                </a:lnTo>
                <a:lnTo>
                  <a:pt x="160207" y="402309"/>
                </a:lnTo>
                <a:lnTo>
                  <a:pt x="160207" y="242103"/>
                </a:lnTo>
                <a:lnTo>
                  <a:pt x="0" y="242103"/>
                </a:lnTo>
                <a:lnTo>
                  <a:pt x="0" y="160605"/>
                </a:lnTo>
                <a:lnTo>
                  <a:pt x="160207" y="160605"/>
                </a:lnTo>
                <a:lnTo>
                  <a:pt x="160207" y="399"/>
                </a:lnTo>
                <a:lnTo>
                  <a:pt x="241705" y="399"/>
                </a:lnTo>
                <a:lnTo>
                  <a:pt x="241705" y="160605"/>
                </a:lnTo>
                <a:lnTo>
                  <a:pt x="241705" y="160605"/>
                </a:lnTo>
                <a:close/>
                <a:moveTo>
                  <a:pt x="483210" y="0"/>
                </a:moveTo>
                <a:lnTo>
                  <a:pt x="483210" y="402309"/>
                </a:lnTo>
                <a:lnTo>
                  <a:pt x="564709" y="402309"/>
                </a:lnTo>
                <a:lnTo>
                  <a:pt x="564709" y="0"/>
                </a:lnTo>
                <a:lnTo>
                  <a:pt x="483210" y="0"/>
                </a:lnTo>
                <a:close/>
              </a:path>
            </a:pathLst>
          </a:custGeom>
          <a:solidFill>
            <a:schemeClr val="bg1"/>
          </a:solidFill>
          <a:ln w="198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userDrawn="1">
  <p:cSld name="Контент + голубой фон">
    <p:bg>
      <p:bgPr shadeToTitle="0">
        <a:solidFill>
          <a:schemeClr val="bg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676295" name="Текст 2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432619" y="1011238"/>
            <a:ext cx="9616256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/>
            </a:lvl2pPr>
          </a:lstStyle>
          <a:p>
            <a:pPr lvl="0">
              <a:defRPr/>
            </a:pPr>
            <a:r>
              <a:rPr lang="ru-RU"/>
              <a:t>Подзаголовок слайда</a:t>
            </a:r>
            <a:endParaRPr/>
          </a:p>
        </p:txBody>
      </p:sp>
      <p:sp>
        <p:nvSpPr>
          <p:cNvPr id="1536051187" name="Заголовок 5"/>
          <p:cNvSpPr>
            <a:spLocks noGrp="1"/>
          </p:cNvSpPr>
          <p:nvPr>
            <p:ph type="title"/>
          </p:nvPr>
        </p:nvSpPr>
        <p:spPr bwMode="auto">
          <a:xfrm>
            <a:off x="432619" y="423292"/>
            <a:ext cx="9616256" cy="3708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lnSpc>
                <a:spcPct val="80000"/>
              </a:lnSpc>
              <a:defRPr sz="3000" b="1">
                <a:solidFill>
                  <a:schemeClr val="bg1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683252070" name="Номер слайда 5"/>
          <p:cNvSpPr txBox="1"/>
          <p:nvPr userDrawn="1"/>
        </p:nvSpPr>
        <p:spPr bwMode="auto">
          <a:xfrm>
            <a:off x="0" y="6565920"/>
            <a:ext cx="432000" cy="123111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defPPr>
              <a:defRPr lang="ru-RU"/>
            </a:defPPr>
            <a:lvl1pPr marL="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9B51A1E-902D-48AF-9020-955120F399B6}" type="slidenum">
              <a:rPr lang="ru-RU" sz="800" b="0" i="0" u="none" strike="noStrike" cap="none" spc="0">
                <a:ln>
                  <a:noFill/>
                </a:ln>
                <a:solidFill>
                  <a:schemeClr val="bg1"/>
                </a:solidFill>
                <a:latin typeface="Arial"/>
                <a:ea typeface="Verdana"/>
                <a:cs typeface="Verdana"/>
              </a:rPr>
              <a:t>0</a:t>
            </a:fld>
            <a:endParaRPr lang="ru-RU" sz="800" b="0" i="0" u="none" strike="noStrike" cap="none" spc="0">
              <a:ln>
                <a:noFill/>
              </a:ln>
              <a:solidFill>
                <a:schemeClr val="bg1"/>
              </a:solidFill>
              <a:latin typeface="Arial"/>
              <a:ea typeface="Verdana"/>
              <a:cs typeface="Verdana"/>
            </a:endParaRPr>
          </a:p>
        </p:txBody>
      </p:sp>
      <p:sp>
        <p:nvSpPr>
          <p:cNvPr id="2028705029" name="Полилиния: фигура 3"/>
          <p:cNvSpPr/>
          <p:nvPr userDrawn="1"/>
        </p:nvSpPr>
        <p:spPr bwMode="auto">
          <a:xfrm>
            <a:off x="11196443" y="443503"/>
            <a:ext cx="562938" cy="401047"/>
          </a:xfrm>
          <a:custGeom>
            <a:avLst/>
            <a:gdLst>
              <a:gd name="connsiteX0" fmla="*/ 241705 w 564708"/>
              <a:gd name="connsiteY0" fmla="*/ 160605 h 402308"/>
              <a:gd name="connsiteX1" fmla="*/ 401911 w 564708"/>
              <a:gd name="connsiteY1" fmla="*/ 160605 h 402308"/>
              <a:gd name="connsiteX2" fmla="*/ 401911 w 564708"/>
              <a:gd name="connsiteY2" fmla="*/ 242103 h 402308"/>
              <a:gd name="connsiteX3" fmla="*/ 241705 w 564708"/>
              <a:gd name="connsiteY3" fmla="*/ 242103 h 402308"/>
              <a:gd name="connsiteX4" fmla="*/ 241705 w 564708"/>
              <a:gd name="connsiteY4" fmla="*/ 402309 h 402308"/>
              <a:gd name="connsiteX5" fmla="*/ 160207 w 564708"/>
              <a:gd name="connsiteY5" fmla="*/ 402309 h 402308"/>
              <a:gd name="connsiteX6" fmla="*/ 160207 w 564708"/>
              <a:gd name="connsiteY6" fmla="*/ 242103 h 402308"/>
              <a:gd name="connsiteX7" fmla="*/ 0 w 564708"/>
              <a:gd name="connsiteY7" fmla="*/ 242103 h 402308"/>
              <a:gd name="connsiteX8" fmla="*/ 0 w 564708"/>
              <a:gd name="connsiteY8" fmla="*/ 160605 h 402308"/>
              <a:gd name="connsiteX9" fmla="*/ 160207 w 564708"/>
              <a:gd name="connsiteY9" fmla="*/ 160605 h 402308"/>
              <a:gd name="connsiteX10" fmla="*/ 160207 w 564708"/>
              <a:gd name="connsiteY10" fmla="*/ 399 h 402308"/>
              <a:gd name="connsiteX11" fmla="*/ 241705 w 564708"/>
              <a:gd name="connsiteY11" fmla="*/ 399 h 402308"/>
              <a:gd name="connsiteX12" fmla="*/ 241705 w 564708"/>
              <a:gd name="connsiteY12" fmla="*/ 160605 h 402308"/>
              <a:gd name="connsiteX13" fmla="*/ 241705 w 564708"/>
              <a:gd name="connsiteY13" fmla="*/ 160605 h 402308"/>
              <a:gd name="connsiteX14" fmla="*/ 483210 w 564708"/>
              <a:gd name="connsiteY14" fmla="*/ 0 h 402308"/>
              <a:gd name="connsiteX15" fmla="*/ 483210 w 564708"/>
              <a:gd name="connsiteY15" fmla="*/ 402309 h 402308"/>
              <a:gd name="connsiteX16" fmla="*/ 564709 w 564708"/>
              <a:gd name="connsiteY16" fmla="*/ 402309 h 402308"/>
              <a:gd name="connsiteX17" fmla="*/ 564709 w 564708"/>
              <a:gd name="connsiteY17" fmla="*/ 0 h 402308"/>
              <a:gd name="connsiteX18" fmla="*/ 483210 w 564708"/>
              <a:gd name="connsiteY18" fmla="*/ 0 h 402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64708" h="402308" fill="norm" stroke="1" extrusionOk="0">
                <a:moveTo>
                  <a:pt x="241705" y="160605"/>
                </a:moveTo>
                <a:lnTo>
                  <a:pt x="401911" y="160605"/>
                </a:lnTo>
                <a:lnTo>
                  <a:pt x="401911" y="242103"/>
                </a:lnTo>
                <a:lnTo>
                  <a:pt x="241705" y="242103"/>
                </a:lnTo>
                <a:lnTo>
                  <a:pt x="241705" y="402309"/>
                </a:lnTo>
                <a:lnTo>
                  <a:pt x="160207" y="402309"/>
                </a:lnTo>
                <a:lnTo>
                  <a:pt x="160207" y="242103"/>
                </a:lnTo>
                <a:lnTo>
                  <a:pt x="0" y="242103"/>
                </a:lnTo>
                <a:lnTo>
                  <a:pt x="0" y="160605"/>
                </a:lnTo>
                <a:lnTo>
                  <a:pt x="160207" y="160605"/>
                </a:lnTo>
                <a:lnTo>
                  <a:pt x="160207" y="399"/>
                </a:lnTo>
                <a:lnTo>
                  <a:pt x="241705" y="399"/>
                </a:lnTo>
                <a:lnTo>
                  <a:pt x="241705" y="160605"/>
                </a:lnTo>
                <a:lnTo>
                  <a:pt x="241705" y="160605"/>
                </a:lnTo>
                <a:close/>
                <a:moveTo>
                  <a:pt x="483210" y="0"/>
                </a:moveTo>
                <a:lnTo>
                  <a:pt x="483210" y="402309"/>
                </a:lnTo>
                <a:lnTo>
                  <a:pt x="564709" y="402309"/>
                </a:lnTo>
                <a:lnTo>
                  <a:pt x="564709" y="0"/>
                </a:lnTo>
                <a:lnTo>
                  <a:pt x="483210" y="0"/>
                </a:lnTo>
                <a:close/>
              </a:path>
            </a:pathLst>
          </a:custGeom>
          <a:solidFill>
            <a:schemeClr val="bg1"/>
          </a:solidFill>
          <a:ln w="198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userDrawn="1">
  <p:cSld name="Контент + темный фон">
    <p:bg>
      <p:bgPr shadeToTitle="0">
        <a:solidFill>
          <a:srgbClr val="151515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3088629" name="Текст 2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432619" y="1011238"/>
            <a:ext cx="9616256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/>
            </a:lvl2pPr>
          </a:lstStyle>
          <a:p>
            <a:pPr lvl="0">
              <a:defRPr/>
            </a:pPr>
            <a:r>
              <a:rPr lang="ru-RU"/>
              <a:t>Подзаголовок слайда</a:t>
            </a:r>
            <a:endParaRPr/>
          </a:p>
        </p:txBody>
      </p:sp>
      <p:sp>
        <p:nvSpPr>
          <p:cNvPr id="2025205734" name="Заголовок 5"/>
          <p:cNvSpPr>
            <a:spLocks noGrp="1"/>
          </p:cNvSpPr>
          <p:nvPr>
            <p:ph type="title"/>
          </p:nvPr>
        </p:nvSpPr>
        <p:spPr bwMode="auto">
          <a:xfrm>
            <a:off x="432619" y="423292"/>
            <a:ext cx="9616256" cy="3708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lnSpc>
                <a:spcPct val="80000"/>
              </a:lnSpc>
              <a:defRPr sz="3000" b="1">
                <a:solidFill>
                  <a:schemeClr val="bg1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203085443" name="Номер слайда 5"/>
          <p:cNvSpPr txBox="1"/>
          <p:nvPr userDrawn="1"/>
        </p:nvSpPr>
        <p:spPr bwMode="auto">
          <a:xfrm>
            <a:off x="0" y="6565920"/>
            <a:ext cx="432000" cy="123111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defPPr>
              <a:defRPr lang="ru-RU"/>
            </a:defPPr>
            <a:lvl1pPr marL="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9B51A1E-902D-48AF-9020-955120F399B6}" type="slidenum">
              <a:rPr lang="ru-RU" sz="800" b="0" i="0" u="none" strike="noStrike" cap="none" spc="0">
                <a:ln>
                  <a:noFill/>
                </a:ln>
                <a:solidFill>
                  <a:schemeClr val="bg1"/>
                </a:solidFill>
                <a:latin typeface="Arial"/>
                <a:ea typeface="Verdana"/>
                <a:cs typeface="Verdana"/>
              </a:rPr>
              <a:t>0</a:t>
            </a:fld>
            <a:endParaRPr lang="ru-RU" sz="800" b="0" i="0" u="none" strike="noStrike" cap="none" spc="0">
              <a:ln>
                <a:noFill/>
              </a:ln>
              <a:solidFill>
                <a:schemeClr val="bg1"/>
              </a:solidFill>
              <a:latin typeface="Arial"/>
              <a:ea typeface="Verdana"/>
              <a:cs typeface="Verdana"/>
            </a:endParaRPr>
          </a:p>
        </p:txBody>
      </p:sp>
      <p:sp>
        <p:nvSpPr>
          <p:cNvPr id="653709294" name="Полилиния: фигура 3"/>
          <p:cNvSpPr/>
          <p:nvPr userDrawn="1"/>
        </p:nvSpPr>
        <p:spPr bwMode="auto">
          <a:xfrm>
            <a:off x="11196443" y="443503"/>
            <a:ext cx="562938" cy="401047"/>
          </a:xfrm>
          <a:custGeom>
            <a:avLst/>
            <a:gdLst>
              <a:gd name="connsiteX0" fmla="*/ 241705 w 564708"/>
              <a:gd name="connsiteY0" fmla="*/ 160605 h 402308"/>
              <a:gd name="connsiteX1" fmla="*/ 401911 w 564708"/>
              <a:gd name="connsiteY1" fmla="*/ 160605 h 402308"/>
              <a:gd name="connsiteX2" fmla="*/ 401911 w 564708"/>
              <a:gd name="connsiteY2" fmla="*/ 242103 h 402308"/>
              <a:gd name="connsiteX3" fmla="*/ 241705 w 564708"/>
              <a:gd name="connsiteY3" fmla="*/ 242103 h 402308"/>
              <a:gd name="connsiteX4" fmla="*/ 241705 w 564708"/>
              <a:gd name="connsiteY4" fmla="*/ 402309 h 402308"/>
              <a:gd name="connsiteX5" fmla="*/ 160207 w 564708"/>
              <a:gd name="connsiteY5" fmla="*/ 402309 h 402308"/>
              <a:gd name="connsiteX6" fmla="*/ 160207 w 564708"/>
              <a:gd name="connsiteY6" fmla="*/ 242103 h 402308"/>
              <a:gd name="connsiteX7" fmla="*/ 0 w 564708"/>
              <a:gd name="connsiteY7" fmla="*/ 242103 h 402308"/>
              <a:gd name="connsiteX8" fmla="*/ 0 w 564708"/>
              <a:gd name="connsiteY8" fmla="*/ 160605 h 402308"/>
              <a:gd name="connsiteX9" fmla="*/ 160207 w 564708"/>
              <a:gd name="connsiteY9" fmla="*/ 160605 h 402308"/>
              <a:gd name="connsiteX10" fmla="*/ 160207 w 564708"/>
              <a:gd name="connsiteY10" fmla="*/ 399 h 402308"/>
              <a:gd name="connsiteX11" fmla="*/ 241705 w 564708"/>
              <a:gd name="connsiteY11" fmla="*/ 399 h 402308"/>
              <a:gd name="connsiteX12" fmla="*/ 241705 w 564708"/>
              <a:gd name="connsiteY12" fmla="*/ 160605 h 402308"/>
              <a:gd name="connsiteX13" fmla="*/ 241705 w 564708"/>
              <a:gd name="connsiteY13" fmla="*/ 160605 h 402308"/>
              <a:gd name="connsiteX14" fmla="*/ 483210 w 564708"/>
              <a:gd name="connsiteY14" fmla="*/ 0 h 402308"/>
              <a:gd name="connsiteX15" fmla="*/ 483210 w 564708"/>
              <a:gd name="connsiteY15" fmla="*/ 402309 h 402308"/>
              <a:gd name="connsiteX16" fmla="*/ 564709 w 564708"/>
              <a:gd name="connsiteY16" fmla="*/ 402309 h 402308"/>
              <a:gd name="connsiteX17" fmla="*/ 564709 w 564708"/>
              <a:gd name="connsiteY17" fmla="*/ 0 h 402308"/>
              <a:gd name="connsiteX18" fmla="*/ 483210 w 564708"/>
              <a:gd name="connsiteY18" fmla="*/ 0 h 402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64708" h="402308" fill="norm" stroke="1" extrusionOk="0">
                <a:moveTo>
                  <a:pt x="241705" y="160605"/>
                </a:moveTo>
                <a:lnTo>
                  <a:pt x="401911" y="160605"/>
                </a:lnTo>
                <a:lnTo>
                  <a:pt x="401911" y="242103"/>
                </a:lnTo>
                <a:lnTo>
                  <a:pt x="241705" y="242103"/>
                </a:lnTo>
                <a:lnTo>
                  <a:pt x="241705" y="402309"/>
                </a:lnTo>
                <a:lnTo>
                  <a:pt x="160207" y="402309"/>
                </a:lnTo>
                <a:lnTo>
                  <a:pt x="160207" y="242103"/>
                </a:lnTo>
                <a:lnTo>
                  <a:pt x="0" y="242103"/>
                </a:lnTo>
                <a:lnTo>
                  <a:pt x="0" y="160605"/>
                </a:lnTo>
                <a:lnTo>
                  <a:pt x="160207" y="160605"/>
                </a:lnTo>
                <a:lnTo>
                  <a:pt x="160207" y="399"/>
                </a:lnTo>
                <a:lnTo>
                  <a:pt x="241705" y="399"/>
                </a:lnTo>
                <a:lnTo>
                  <a:pt x="241705" y="160605"/>
                </a:lnTo>
                <a:lnTo>
                  <a:pt x="241705" y="160605"/>
                </a:lnTo>
                <a:close/>
                <a:moveTo>
                  <a:pt x="483210" y="0"/>
                </a:moveTo>
                <a:lnTo>
                  <a:pt x="483210" y="402309"/>
                </a:lnTo>
                <a:lnTo>
                  <a:pt x="564709" y="402309"/>
                </a:lnTo>
                <a:lnTo>
                  <a:pt x="564709" y="0"/>
                </a:lnTo>
                <a:lnTo>
                  <a:pt x="483210" y="0"/>
                </a:lnTo>
                <a:close/>
              </a:path>
            </a:pathLst>
          </a:custGeom>
          <a:solidFill>
            <a:schemeClr val="bg1"/>
          </a:solidFill>
          <a:ln w="198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Маленький заголовок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6580863" name="Заголовок 3"/>
          <p:cNvSpPr>
            <a:spLocks noGrp="1"/>
          </p:cNvSpPr>
          <p:nvPr>
            <p:ph type="title"/>
          </p:nvPr>
        </p:nvSpPr>
        <p:spPr bwMode="auto">
          <a:xfrm>
            <a:off x="432619" y="466293"/>
            <a:ext cx="9519903" cy="2224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lnSpc>
                <a:spcPct val="80000"/>
              </a:lnSpc>
              <a:defRPr sz="1800" b="1">
                <a:latin typeface="+mj-lt"/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964377484" name="Номер слайда 5"/>
          <p:cNvSpPr txBox="1"/>
          <p:nvPr userDrawn="1"/>
        </p:nvSpPr>
        <p:spPr bwMode="auto">
          <a:xfrm>
            <a:off x="0" y="6565920"/>
            <a:ext cx="432000" cy="123111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defPPr>
              <a:defRPr lang="ru-RU"/>
            </a:defPPr>
            <a:lvl1pPr marL="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9B51A1E-902D-48AF-9020-955120F399B6}" type="slidenum">
              <a:rPr lang="ru-RU" sz="800" b="0" i="0" u="none" strike="noStrike" cap="none" spc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latin typeface="Arial"/>
                <a:ea typeface="Verdana"/>
                <a:cs typeface="Verdana"/>
              </a:rPr>
              <a:t>0</a:t>
            </a:fld>
            <a:endParaRPr lang="ru-RU" sz="800" b="0" i="0" u="none" strike="noStrike" cap="none" spc="0">
              <a:ln>
                <a:noFill/>
              </a:ln>
              <a:solidFill>
                <a:schemeClr val="bg1">
                  <a:lumMod val="65000"/>
                </a:schemeClr>
              </a:solidFill>
              <a:latin typeface="Arial"/>
              <a:ea typeface="Verdana"/>
              <a:cs typeface="Verdana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Пусто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6263993" name="Номер слайда 5"/>
          <p:cNvSpPr txBox="1"/>
          <p:nvPr userDrawn="1"/>
        </p:nvSpPr>
        <p:spPr bwMode="auto">
          <a:xfrm>
            <a:off x="0" y="6565920"/>
            <a:ext cx="432000" cy="123111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defPPr>
              <a:defRPr lang="ru-RU"/>
            </a:defPPr>
            <a:lvl1pPr marL="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9B51A1E-902D-48AF-9020-955120F399B6}" type="slidenum">
              <a:rPr lang="ru-RU" sz="800" b="0" i="0" u="none" strike="noStrike" cap="none" spc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latin typeface="Arial"/>
                <a:ea typeface="Verdana"/>
                <a:cs typeface="Verdana"/>
              </a:rPr>
              <a:t>0</a:t>
            </a:fld>
            <a:endParaRPr lang="ru-RU" sz="800" b="0" i="0" u="none" strike="noStrike" cap="none" spc="0">
              <a:ln>
                <a:noFill/>
              </a:ln>
              <a:solidFill>
                <a:schemeClr val="bg1">
                  <a:lumMod val="65000"/>
                </a:schemeClr>
              </a:solidFill>
              <a:latin typeface="Arial"/>
              <a:ea typeface="Verdana"/>
              <a:cs typeface="Verdana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4_Контентны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540388" name="Номер слайда 5"/>
          <p:cNvSpPr txBox="1"/>
          <p:nvPr userDrawn="1"/>
        </p:nvSpPr>
        <p:spPr bwMode="auto">
          <a:xfrm>
            <a:off x="0" y="6565920"/>
            <a:ext cx="432000" cy="123111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defPPr>
              <a:defRPr lang="ru-RU"/>
            </a:defPPr>
            <a:lvl1pPr marL="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9B51A1E-902D-48AF-9020-955120F399B6}" type="slidenum">
              <a:rPr lang="ru-RU" sz="800" b="0" i="0" u="none" strike="noStrike" cap="none" spc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latin typeface="Arial"/>
                <a:ea typeface="Verdana"/>
                <a:cs typeface="Verdana"/>
              </a:rPr>
              <a:t>3</a:t>
            </a:fld>
            <a:endParaRPr lang="ru-RU" sz="800" b="0" i="0" u="none" strike="noStrike" cap="none" spc="0">
              <a:ln>
                <a:noFill/>
              </a:ln>
              <a:solidFill>
                <a:schemeClr val="bg1">
                  <a:lumMod val="65000"/>
                </a:schemeClr>
              </a:solidFill>
              <a:latin typeface="Arial"/>
              <a:ea typeface="Verdana"/>
              <a:cs typeface="Verdana"/>
            </a:endParaRPr>
          </a:p>
        </p:txBody>
      </p:sp>
      <p:sp>
        <p:nvSpPr>
          <p:cNvPr id="1113105162" name="Заголовок 5"/>
          <p:cNvSpPr>
            <a:spLocks noGrp="1"/>
          </p:cNvSpPr>
          <p:nvPr>
            <p:ph type="title"/>
          </p:nvPr>
        </p:nvSpPr>
        <p:spPr bwMode="auto">
          <a:xfrm>
            <a:off x="432619" y="423292"/>
            <a:ext cx="9606530" cy="3708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lnSpc>
                <a:spcPct val="80000"/>
              </a:lnSpc>
              <a:defRPr sz="3000" b="1">
                <a:latin typeface="Arial"/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891168580" name="Picture Placeholder 7"/>
          <p:cNvSpPr>
            <a:spLocks noGrp="1"/>
          </p:cNvSpPr>
          <p:nvPr>
            <p:ph type="pic" sz="quarter" idx="13" hasCustomPrompt="1"/>
          </p:nvPr>
        </p:nvSpPr>
        <p:spPr bwMode="auto">
          <a:xfrm>
            <a:off x="1140375" y="1973059"/>
            <a:ext cx="1152525" cy="1160463"/>
          </a:xfrm>
          <a:prstGeom prst="flowChartConnector">
            <a:avLst/>
          </a:prstGeom>
          <a:solidFill>
            <a:schemeClr val="bg1"/>
          </a:solidFill>
          <a:ln w="571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88000" rIns="0" rtlCol="0" anchor="t"/>
          <a:lstStyle>
            <a:lvl1pPr>
              <a:defRPr lang="ru-RU" sz="800">
                <a:noFill/>
                <a:latin typeface="Arial"/>
              </a:defRPr>
            </a:lvl1pPr>
          </a:lstStyle>
          <a:p>
            <a:pPr lvl="0" algn="ctr">
              <a:spcAft>
                <a:spcPts val="600"/>
              </a:spcAft>
              <a:defRPr/>
            </a:pPr>
            <a:r>
              <a:rPr lang="ru-RU"/>
              <a:t>Мобильный скриншот</a:t>
            </a:r>
            <a:endParaRPr/>
          </a:p>
        </p:txBody>
      </p:sp>
      <p:sp>
        <p:nvSpPr>
          <p:cNvPr id="1276614999" name="Picture Placeholder 7"/>
          <p:cNvSpPr>
            <a:spLocks noGrp="1"/>
          </p:cNvSpPr>
          <p:nvPr>
            <p:ph type="pic" sz="quarter" idx="14" hasCustomPrompt="1"/>
          </p:nvPr>
        </p:nvSpPr>
        <p:spPr bwMode="auto">
          <a:xfrm>
            <a:off x="2831062" y="1986667"/>
            <a:ext cx="1152525" cy="1160463"/>
          </a:xfrm>
          <a:prstGeom prst="flowChartConnector">
            <a:avLst/>
          </a:prstGeom>
          <a:solidFill>
            <a:schemeClr val="bg1"/>
          </a:solidFill>
          <a:ln w="571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88000" rIns="0" rtlCol="0" anchor="t"/>
          <a:lstStyle>
            <a:lvl1pPr>
              <a:defRPr lang="ru-RU" sz="800">
                <a:noFill/>
                <a:latin typeface="Arial"/>
              </a:defRPr>
            </a:lvl1pPr>
          </a:lstStyle>
          <a:p>
            <a:pPr lvl="0" algn="ctr">
              <a:spcAft>
                <a:spcPts val="600"/>
              </a:spcAft>
              <a:defRPr/>
            </a:pPr>
            <a:r>
              <a:rPr lang="ru-RU"/>
              <a:t>Мобильный скриншот</a:t>
            </a:r>
            <a:endParaRPr/>
          </a:p>
        </p:txBody>
      </p:sp>
      <p:sp>
        <p:nvSpPr>
          <p:cNvPr id="1192045744" name="Picture Placeholder 7"/>
          <p:cNvSpPr>
            <a:spLocks noGrp="1"/>
          </p:cNvSpPr>
          <p:nvPr>
            <p:ph type="pic" sz="quarter" idx="15" hasCustomPrompt="1"/>
          </p:nvPr>
        </p:nvSpPr>
        <p:spPr bwMode="auto">
          <a:xfrm>
            <a:off x="4563705" y="1987573"/>
            <a:ext cx="1152525" cy="1160463"/>
          </a:xfrm>
          <a:prstGeom prst="flowChartConnector">
            <a:avLst/>
          </a:prstGeom>
          <a:solidFill>
            <a:schemeClr val="bg1"/>
          </a:solidFill>
          <a:ln w="571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88000" rIns="0" rtlCol="0" anchor="t"/>
          <a:lstStyle>
            <a:lvl1pPr>
              <a:defRPr lang="ru-RU" sz="800">
                <a:noFill/>
                <a:latin typeface="Arial"/>
              </a:defRPr>
            </a:lvl1pPr>
          </a:lstStyle>
          <a:p>
            <a:pPr lvl="0" algn="ctr">
              <a:spcAft>
                <a:spcPts val="600"/>
              </a:spcAft>
              <a:defRPr/>
            </a:pPr>
            <a:r>
              <a:rPr lang="ru-RU"/>
              <a:t>Мобильный скриншот</a:t>
            </a:r>
            <a:endParaRPr/>
          </a:p>
        </p:txBody>
      </p:sp>
      <p:sp>
        <p:nvSpPr>
          <p:cNvPr id="1721125350" name="Picture Placeholder 7"/>
          <p:cNvSpPr>
            <a:spLocks noGrp="1"/>
          </p:cNvSpPr>
          <p:nvPr>
            <p:ph type="pic" sz="quarter" idx="16" hasCustomPrompt="1"/>
          </p:nvPr>
        </p:nvSpPr>
        <p:spPr bwMode="auto">
          <a:xfrm>
            <a:off x="6292492" y="1985941"/>
            <a:ext cx="1152525" cy="1160463"/>
          </a:xfrm>
          <a:prstGeom prst="flowChartConnector">
            <a:avLst/>
          </a:prstGeom>
          <a:solidFill>
            <a:schemeClr val="bg1"/>
          </a:solidFill>
          <a:ln w="571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88000" rIns="0" rtlCol="0" anchor="t"/>
          <a:lstStyle>
            <a:lvl1pPr>
              <a:defRPr lang="ru-RU" sz="800">
                <a:noFill/>
                <a:latin typeface="Arial"/>
              </a:defRPr>
            </a:lvl1pPr>
          </a:lstStyle>
          <a:p>
            <a:pPr lvl="0" algn="ctr">
              <a:spcAft>
                <a:spcPts val="600"/>
              </a:spcAft>
              <a:defRPr/>
            </a:pPr>
            <a:r>
              <a:rPr lang="ru-RU"/>
              <a:t>Мобильный скриншот</a:t>
            </a:r>
            <a:endParaRPr/>
          </a:p>
        </p:txBody>
      </p:sp>
      <p:sp>
        <p:nvSpPr>
          <p:cNvPr id="1554269931" name="Picture Placeholder 7"/>
          <p:cNvSpPr>
            <a:spLocks noGrp="1"/>
          </p:cNvSpPr>
          <p:nvPr>
            <p:ph type="pic" sz="quarter" idx="17" hasCustomPrompt="1"/>
          </p:nvPr>
        </p:nvSpPr>
        <p:spPr bwMode="auto">
          <a:xfrm>
            <a:off x="8052349" y="1973059"/>
            <a:ext cx="1152525" cy="1160463"/>
          </a:xfrm>
          <a:prstGeom prst="flowChartConnector">
            <a:avLst/>
          </a:prstGeom>
          <a:solidFill>
            <a:schemeClr val="bg1"/>
          </a:solidFill>
          <a:ln w="571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88000" rIns="0" rtlCol="0" anchor="t"/>
          <a:lstStyle>
            <a:lvl1pPr>
              <a:defRPr lang="ru-RU" sz="800">
                <a:noFill/>
                <a:latin typeface="Arial"/>
              </a:defRPr>
            </a:lvl1pPr>
          </a:lstStyle>
          <a:p>
            <a:pPr lvl="0" algn="ctr">
              <a:spcAft>
                <a:spcPts val="600"/>
              </a:spcAft>
              <a:defRPr/>
            </a:pPr>
            <a:r>
              <a:rPr lang="ru-RU"/>
              <a:t>Мобильный скриншот</a:t>
            </a:r>
            <a:endParaRPr/>
          </a:p>
        </p:txBody>
      </p:sp>
      <p:sp>
        <p:nvSpPr>
          <p:cNvPr id="539997481" name="Picture Placeholder 7"/>
          <p:cNvSpPr>
            <a:spLocks noGrp="1"/>
          </p:cNvSpPr>
          <p:nvPr>
            <p:ph type="pic" sz="quarter" idx="18" hasCustomPrompt="1"/>
          </p:nvPr>
        </p:nvSpPr>
        <p:spPr bwMode="auto">
          <a:xfrm>
            <a:off x="9781136" y="1971427"/>
            <a:ext cx="1152525" cy="1160463"/>
          </a:xfrm>
          <a:prstGeom prst="flowChartConnector">
            <a:avLst/>
          </a:prstGeom>
          <a:solidFill>
            <a:schemeClr val="bg1"/>
          </a:solidFill>
          <a:ln w="571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88000" rIns="0" rtlCol="0" anchor="t"/>
          <a:lstStyle>
            <a:lvl1pPr>
              <a:defRPr lang="ru-RU" sz="800">
                <a:noFill/>
                <a:latin typeface="Arial"/>
              </a:defRPr>
            </a:lvl1pPr>
          </a:lstStyle>
          <a:p>
            <a:pPr lvl="0" algn="ctr">
              <a:spcAft>
                <a:spcPts val="600"/>
              </a:spcAft>
              <a:defRPr/>
            </a:pPr>
            <a:r>
              <a:rPr lang="ru-RU"/>
              <a:t>Мобильный скриншот</a:t>
            </a:r>
            <a:endParaRPr/>
          </a:p>
        </p:txBody>
      </p:sp>
      <p:sp>
        <p:nvSpPr>
          <p:cNvPr id="763853656" name="Picture Placeholder 7"/>
          <p:cNvSpPr>
            <a:spLocks noGrp="1"/>
          </p:cNvSpPr>
          <p:nvPr>
            <p:ph type="pic" sz="quarter" idx="19" hasCustomPrompt="1"/>
          </p:nvPr>
        </p:nvSpPr>
        <p:spPr bwMode="auto">
          <a:xfrm>
            <a:off x="442913" y="3728044"/>
            <a:ext cx="1152525" cy="1160463"/>
          </a:xfrm>
          <a:prstGeom prst="flowChartConnector">
            <a:avLst/>
          </a:prstGeom>
          <a:solidFill>
            <a:schemeClr val="bg1"/>
          </a:solidFill>
          <a:ln w="571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88000" rIns="0" rtlCol="0" anchor="t"/>
          <a:lstStyle>
            <a:lvl1pPr>
              <a:defRPr lang="ru-RU" sz="800">
                <a:noFill/>
                <a:latin typeface="Arial"/>
              </a:defRPr>
            </a:lvl1pPr>
          </a:lstStyle>
          <a:p>
            <a:pPr lvl="0" algn="ctr">
              <a:spcAft>
                <a:spcPts val="600"/>
              </a:spcAft>
              <a:defRPr/>
            </a:pPr>
            <a:r>
              <a:rPr lang="ru-RU"/>
              <a:t>Мобильный скриншот</a:t>
            </a:r>
            <a:endParaRPr/>
          </a:p>
        </p:txBody>
      </p:sp>
      <p:sp>
        <p:nvSpPr>
          <p:cNvPr id="114622758" name="Picture Placeholder 7"/>
          <p:cNvSpPr>
            <a:spLocks noGrp="1"/>
          </p:cNvSpPr>
          <p:nvPr>
            <p:ph type="pic" sz="quarter" idx="20" hasCustomPrompt="1"/>
          </p:nvPr>
        </p:nvSpPr>
        <p:spPr bwMode="auto">
          <a:xfrm>
            <a:off x="2096887" y="3716713"/>
            <a:ext cx="1152525" cy="1160463"/>
          </a:xfrm>
          <a:prstGeom prst="flowChartConnector">
            <a:avLst/>
          </a:prstGeom>
          <a:solidFill>
            <a:schemeClr val="bg1"/>
          </a:solidFill>
          <a:ln w="571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88000" rIns="0" rtlCol="0" anchor="t"/>
          <a:lstStyle>
            <a:lvl1pPr>
              <a:defRPr lang="ru-RU" sz="800">
                <a:noFill/>
                <a:latin typeface="Arial"/>
              </a:defRPr>
            </a:lvl1pPr>
          </a:lstStyle>
          <a:p>
            <a:pPr lvl="0" algn="ctr">
              <a:spcAft>
                <a:spcPts val="600"/>
              </a:spcAft>
              <a:defRPr/>
            </a:pPr>
            <a:r>
              <a:rPr lang="ru-RU"/>
              <a:t>Мобильный скриншот</a:t>
            </a:r>
            <a:endParaRPr/>
          </a:p>
        </p:txBody>
      </p:sp>
      <p:sp>
        <p:nvSpPr>
          <p:cNvPr id="1955748889" name="Picture Placeholder 7"/>
          <p:cNvSpPr>
            <a:spLocks noGrp="1"/>
          </p:cNvSpPr>
          <p:nvPr>
            <p:ph type="pic" sz="quarter" idx="21" hasCustomPrompt="1"/>
          </p:nvPr>
        </p:nvSpPr>
        <p:spPr bwMode="auto">
          <a:xfrm>
            <a:off x="3786581" y="3717619"/>
            <a:ext cx="1152525" cy="1160463"/>
          </a:xfrm>
          <a:prstGeom prst="flowChartConnector">
            <a:avLst/>
          </a:prstGeom>
          <a:solidFill>
            <a:schemeClr val="bg1"/>
          </a:solidFill>
          <a:ln w="571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88000" rIns="0" rtlCol="0" anchor="t"/>
          <a:lstStyle>
            <a:lvl1pPr>
              <a:defRPr lang="ru-RU" sz="800">
                <a:noFill/>
                <a:latin typeface="Arial"/>
              </a:defRPr>
            </a:lvl1pPr>
          </a:lstStyle>
          <a:p>
            <a:pPr lvl="0" algn="ctr">
              <a:spcAft>
                <a:spcPts val="600"/>
              </a:spcAft>
              <a:defRPr/>
            </a:pPr>
            <a:r>
              <a:rPr lang="ru-RU"/>
              <a:t>Мобильный скриншот</a:t>
            </a:r>
            <a:endParaRPr/>
          </a:p>
        </p:txBody>
      </p:sp>
      <p:sp>
        <p:nvSpPr>
          <p:cNvPr id="1014709766" name="Picture Placeholder 7"/>
          <p:cNvSpPr>
            <a:spLocks noGrp="1"/>
          </p:cNvSpPr>
          <p:nvPr>
            <p:ph type="pic" sz="quarter" idx="22" hasCustomPrompt="1"/>
          </p:nvPr>
        </p:nvSpPr>
        <p:spPr bwMode="auto">
          <a:xfrm>
            <a:off x="5522869" y="3724300"/>
            <a:ext cx="1152525" cy="1160463"/>
          </a:xfrm>
          <a:prstGeom prst="flowChartConnector">
            <a:avLst/>
          </a:prstGeom>
          <a:solidFill>
            <a:schemeClr val="bg1"/>
          </a:solidFill>
          <a:ln w="571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88000" rIns="0" rtlCol="0" anchor="t"/>
          <a:lstStyle>
            <a:lvl1pPr>
              <a:defRPr lang="ru-RU" sz="800">
                <a:noFill/>
                <a:latin typeface="Arial"/>
              </a:defRPr>
            </a:lvl1pPr>
          </a:lstStyle>
          <a:p>
            <a:pPr lvl="0" algn="ctr">
              <a:spcAft>
                <a:spcPts val="600"/>
              </a:spcAft>
              <a:defRPr/>
            </a:pPr>
            <a:r>
              <a:rPr lang="ru-RU"/>
              <a:t>Мобильный скриншот</a:t>
            </a:r>
            <a:endParaRPr/>
          </a:p>
        </p:txBody>
      </p:sp>
      <p:sp>
        <p:nvSpPr>
          <p:cNvPr id="1662810224" name="Picture Placeholder 7"/>
          <p:cNvSpPr>
            <a:spLocks noGrp="1"/>
          </p:cNvSpPr>
          <p:nvPr>
            <p:ph type="pic" sz="quarter" idx="23" hasCustomPrompt="1"/>
          </p:nvPr>
        </p:nvSpPr>
        <p:spPr bwMode="auto">
          <a:xfrm>
            <a:off x="7249938" y="3728044"/>
            <a:ext cx="1152525" cy="1160463"/>
          </a:xfrm>
          <a:prstGeom prst="flowChartConnector">
            <a:avLst/>
          </a:prstGeom>
          <a:solidFill>
            <a:schemeClr val="bg1"/>
          </a:solidFill>
          <a:ln w="571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88000" rIns="0" rtlCol="0" anchor="t"/>
          <a:lstStyle>
            <a:lvl1pPr>
              <a:defRPr lang="ru-RU" sz="800">
                <a:noFill/>
                <a:latin typeface="Arial"/>
              </a:defRPr>
            </a:lvl1pPr>
          </a:lstStyle>
          <a:p>
            <a:pPr lvl="0" algn="ctr">
              <a:spcAft>
                <a:spcPts val="600"/>
              </a:spcAft>
              <a:defRPr/>
            </a:pPr>
            <a:r>
              <a:rPr lang="ru-RU"/>
              <a:t>Мобильный скриншот</a:t>
            </a:r>
            <a:endParaRPr/>
          </a:p>
        </p:txBody>
      </p:sp>
      <p:sp>
        <p:nvSpPr>
          <p:cNvPr id="1080775213" name="Picture Placeholder 7"/>
          <p:cNvSpPr>
            <a:spLocks noGrp="1"/>
          </p:cNvSpPr>
          <p:nvPr>
            <p:ph type="pic" sz="quarter" idx="24" hasCustomPrompt="1"/>
          </p:nvPr>
        </p:nvSpPr>
        <p:spPr bwMode="auto">
          <a:xfrm>
            <a:off x="8973129" y="3726412"/>
            <a:ext cx="1152525" cy="1160463"/>
          </a:xfrm>
          <a:prstGeom prst="flowChartConnector">
            <a:avLst/>
          </a:prstGeom>
          <a:solidFill>
            <a:schemeClr val="bg1"/>
          </a:solidFill>
          <a:ln w="571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88000" rIns="0" rtlCol="0" anchor="t"/>
          <a:lstStyle>
            <a:lvl1pPr>
              <a:defRPr lang="ru-RU" sz="800">
                <a:noFill/>
                <a:latin typeface="Arial"/>
              </a:defRPr>
            </a:lvl1pPr>
          </a:lstStyle>
          <a:p>
            <a:pPr lvl="0" algn="ctr">
              <a:spcAft>
                <a:spcPts val="600"/>
              </a:spcAft>
              <a:defRPr/>
            </a:pPr>
            <a:r>
              <a:rPr lang="ru-RU"/>
              <a:t>Мобильный скриншот</a:t>
            </a:r>
            <a:endParaRPr/>
          </a:p>
        </p:txBody>
      </p:sp>
      <p:sp>
        <p:nvSpPr>
          <p:cNvPr id="236981716" name="Picture Placeholder 7"/>
          <p:cNvSpPr>
            <a:spLocks noGrp="1"/>
          </p:cNvSpPr>
          <p:nvPr>
            <p:ph type="pic" sz="quarter" idx="25" hasCustomPrompt="1"/>
          </p:nvPr>
        </p:nvSpPr>
        <p:spPr bwMode="auto">
          <a:xfrm>
            <a:off x="10606088" y="3718718"/>
            <a:ext cx="1152525" cy="1160463"/>
          </a:xfrm>
          <a:prstGeom prst="flowChartConnector">
            <a:avLst/>
          </a:prstGeom>
          <a:solidFill>
            <a:schemeClr val="bg1"/>
          </a:solidFill>
          <a:ln w="571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88000" rIns="0" rtlCol="0" anchor="t"/>
          <a:lstStyle>
            <a:lvl1pPr>
              <a:defRPr lang="ru-RU" sz="800">
                <a:noFill/>
                <a:latin typeface="Arial"/>
              </a:defRPr>
            </a:lvl1pPr>
          </a:lstStyle>
          <a:p>
            <a:pPr lvl="0" algn="ctr">
              <a:spcAft>
                <a:spcPts val="600"/>
              </a:spcAft>
              <a:defRPr/>
            </a:pPr>
            <a:r>
              <a:rPr lang="ru-RU"/>
              <a:t>Мобильный скриншот</a:t>
            </a:r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userDrawn="1">
  <p:cSld name="1_Спасибо за внимание">
    <p:bg>
      <p:bgPr shadeToTitle="0">
        <a:solidFill>
          <a:srgbClr val="F1F9FC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1881248" name="TextBox 2"/>
          <p:cNvSpPr txBox="1"/>
          <p:nvPr userDrawn="1"/>
        </p:nvSpPr>
        <p:spPr bwMode="auto">
          <a:xfrm>
            <a:off x="387546" y="414000"/>
            <a:ext cx="6133450" cy="1523357"/>
          </a:xfrm>
          <a:prstGeom prst="rect">
            <a:avLst/>
          </a:prstGeom>
        </p:spPr>
        <p:txBody>
          <a:bodyPr wrap="square" lIns="0" tIns="72000" rIns="0" bIns="0" anchor="t" anchorCtr="0">
            <a:spAutoFit/>
          </a:bodyPr>
          <a:lstStyle>
            <a:lvl1pPr>
              <a:lnSpc>
                <a:spcPct val="70000"/>
              </a:lnSpc>
              <a:spcBef>
                <a:spcPts val="0"/>
              </a:spcBef>
              <a:buNone/>
              <a:defRPr sz="6600" spc="-70">
                <a:solidFill>
                  <a:schemeClr val="bg1"/>
                </a:solidFill>
                <a:latin typeface="ALS Hauss Medium"/>
                <a:ea typeface="+mj-ea"/>
                <a:cs typeface="+mj-cs"/>
              </a:defRPr>
            </a:lvl1pPr>
          </a:lstStyle>
          <a:p>
            <a:pPr lvl="0">
              <a:defRPr/>
            </a:pPr>
            <a:r>
              <a:rPr lang="ru-RU" b="1">
                <a:solidFill>
                  <a:schemeClr val="tx1"/>
                </a:solidFill>
                <a:latin typeface="Arial"/>
              </a:rPr>
              <a:t>Спасибо </a:t>
            </a:r>
            <a:br>
              <a:rPr lang="ru-RU" b="1">
                <a:solidFill>
                  <a:schemeClr val="tx1"/>
                </a:solidFill>
                <a:latin typeface="Arial"/>
              </a:rPr>
            </a:br>
            <a:r>
              <a:rPr lang="ru-RU" b="1">
                <a:solidFill>
                  <a:schemeClr val="tx1"/>
                </a:solidFill>
                <a:latin typeface="Arial"/>
              </a:rPr>
              <a:t>за внимание</a:t>
            </a:r>
            <a:endParaRPr/>
          </a:p>
        </p:txBody>
      </p:sp>
      <p:pic>
        <p:nvPicPr>
          <p:cNvPr id="1008924692" name="Рисунок 1"/>
          <p:cNvPicPr>
            <a:picLocks noChangeAspect="1"/>
          </p:cNvPicPr>
          <p:nvPr userDrawn="1"/>
        </p:nvPicPr>
        <p:blipFill rotWithShape="1">
          <a:blip r:embed="rId2"/>
          <a:srcRect l="0" t="-2336" r="0" b="0"/>
          <a:stretch/>
        </p:blipFill>
        <p:spPr bwMode="auto">
          <a:xfrm>
            <a:off x="3370728" y="414000"/>
            <a:ext cx="8821271" cy="6444000"/>
          </a:xfrm>
          <a:prstGeom prst="rect">
            <a:avLst/>
          </a:prstGeom>
        </p:spPr>
      </p:pic>
      <p:pic>
        <p:nvPicPr>
          <p:cNvPr id="1759588004" name="Т1"/>
          <p:cNvPicPr>
            <a:picLocks noChangeAspect="1"/>
          </p:cNvPicPr>
          <p:nvPr userDrawn="1"/>
        </p:nvPicPr>
        <p:blipFill rotWithShape="1">
          <a:blip r:embed="rId3"/>
          <a:srcRect l="0" t="2251" r="0" b="2251"/>
          <a:stretch/>
        </p:blipFill>
        <p:spPr bwMode="auto">
          <a:xfrm>
            <a:off x="384366" y="5938771"/>
            <a:ext cx="1446895" cy="540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titleOnly" userDrawn="1">
  <p:cSld name="Только заголовок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511973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493413209" name="Slide Number Placeholder 4"/>
          <p:cNvSpPr>
            <a:spLocks noGrp="1"/>
          </p:cNvSpPr>
          <p:nvPr>
            <p:ph type="sldNum" sz="quarter" idx="12"/>
          </p:nvPr>
        </p:nvSpPr>
        <p:spPr bwMode="auto">
          <a:xfrm>
            <a:off x="431799" y="6356351"/>
            <a:ext cx="2743200" cy="365124"/>
          </a:xfrm>
        </p:spPr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DB72D850-F836-2C18-A1F0-80B65E54C6F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4045389" name="Нижний колонтитул 1"/>
          <p:cNvSpPr txBox="1"/>
          <p:nvPr userDrawn="1"/>
        </p:nvSpPr>
        <p:spPr bwMode="auto">
          <a:xfrm>
            <a:off x="432619" y="5806118"/>
            <a:ext cx="9266646" cy="123111"/>
          </a:xfrm>
          <a:prstGeom prst="rect">
            <a:avLst/>
          </a:prstGeom>
        </p:spPr>
        <p:txBody>
          <a:bodyPr vert="horz" lIns="0" tIns="0" rIns="0" bIns="0" rtlCol="0" anchor="b">
            <a:spAutoFit/>
          </a:bodyPr>
          <a:lstStyle>
            <a:defPPr>
              <a:defRPr lang="ru-RU"/>
            </a:defPPr>
            <a:lvl1pPr marL="0" algn="l" defTabSz="914400">
              <a:defRPr sz="800">
                <a:solidFill>
                  <a:schemeClr val="tx1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ru-RU"/>
          </a:p>
        </p:txBody>
      </p:sp>
      <p:sp>
        <p:nvSpPr>
          <p:cNvPr id="942937667" name="Полилиния: фигура 3"/>
          <p:cNvSpPr/>
          <p:nvPr userDrawn="1"/>
        </p:nvSpPr>
        <p:spPr bwMode="auto">
          <a:xfrm>
            <a:off x="11196443" y="443503"/>
            <a:ext cx="562938" cy="401047"/>
          </a:xfrm>
          <a:custGeom>
            <a:avLst/>
            <a:gdLst>
              <a:gd name="connsiteX0" fmla="*/ 241705 w 564708"/>
              <a:gd name="connsiteY0" fmla="*/ 160605 h 402308"/>
              <a:gd name="connsiteX1" fmla="*/ 401911 w 564708"/>
              <a:gd name="connsiteY1" fmla="*/ 160605 h 402308"/>
              <a:gd name="connsiteX2" fmla="*/ 401911 w 564708"/>
              <a:gd name="connsiteY2" fmla="*/ 242103 h 402308"/>
              <a:gd name="connsiteX3" fmla="*/ 241705 w 564708"/>
              <a:gd name="connsiteY3" fmla="*/ 242103 h 402308"/>
              <a:gd name="connsiteX4" fmla="*/ 241705 w 564708"/>
              <a:gd name="connsiteY4" fmla="*/ 402309 h 402308"/>
              <a:gd name="connsiteX5" fmla="*/ 160207 w 564708"/>
              <a:gd name="connsiteY5" fmla="*/ 402309 h 402308"/>
              <a:gd name="connsiteX6" fmla="*/ 160207 w 564708"/>
              <a:gd name="connsiteY6" fmla="*/ 242103 h 402308"/>
              <a:gd name="connsiteX7" fmla="*/ 0 w 564708"/>
              <a:gd name="connsiteY7" fmla="*/ 242103 h 402308"/>
              <a:gd name="connsiteX8" fmla="*/ 0 w 564708"/>
              <a:gd name="connsiteY8" fmla="*/ 160605 h 402308"/>
              <a:gd name="connsiteX9" fmla="*/ 160207 w 564708"/>
              <a:gd name="connsiteY9" fmla="*/ 160605 h 402308"/>
              <a:gd name="connsiteX10" fmla="*/ 160207 w 564708"/>
              <a:gd name="connsiteY10" fmla="*/ 399 h 402308"/>
              <a:gd name="connsiteX11" fmla="*/ 241705 w 564708"/>
              <a:gd name="connsiteY11" fmla="*/ 399 h 402308"/>
              <a:gd name="connsiteX12" fmla="*/ 241705 w 564708"/>
              <a:gd name="connsiteY12" fmla="*/ 160605 h 402308"/>
              <a:gd name="connsiteX13" fmla="*/ 241705 w 564708"/>
              <a:gd name="connsiteY13" fmla="*/ 160605 h 402308"/>
              <a:gd name="connsiteX14" fmla="*/ 483210 w 564708"/>
              <a:gd name="connsiteY14" fmla="*/ 0 h 402308"/>
              <a:gd name="connsiteX15" fmla="*/ 483210 w 564708"/>
              <a:gd name="connsiteY15" fmla="*/ 402309 h 402308"/>
              <a:gd name="connsiteX16" fmla="*/ 564709 w 564708"/>
              <a:gd name="connsiteY16" fmla="*/ 402309 h 402308"/>
              <a:gd name="connsiteX17" fmla="*/ 564709 w 564708"/>
              <a:gd name="connsiteY17" fmla="*/ 0 h 402308"/>
              <a:gd name="connsiteX18" fmla="*/ 483210 w 564708"/>
              <a:gd name="connsiteY18" fmla="*/ 0 h 402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64708" h="402308" fill="norm" stroke="1" extrusionOk="0">
                <a:moveTo>
                  <a:pt x="241705" y="160605"/>
                </a:moveTo>
                <a:lnTo>
                  <a:pt x="401911" y="160605"/>
                </a:lnTo>
                <a:lnTo>
                  <a:pt x="401911" y="242103"/>
                </a:lnTo>
                <a:lnTo>
                  <a:pt x="241705" y="242103"/>
                </a:lnTo>
                <a:lnTo>
                  <a:pt x="241705" y="402309"/>
                </a:lnTo>
                <a:lnTo>
                  <a:pt x="160207" y="402309"/>
                </a:lnTo>
                <a:lnTo>
                  <a:pt x="160207" y="242103"/>
                </a:lnTo>
                <a:lnTo>
                  <a:pt x="0" y="242103"/>
                </a:lnTo>
                <a:lnTo>
                  <a:pt x="0" y="160605"/>
                </a:lnTo>
                <a:lnTo>
                  <a:pt x="160207" y="160605"/>
                </a:lnTo>
                <a:lnTo>
                  <a:pt x="160207" y="399"/>
                </a:lnTo>
                <a:lnTo>
                  <a:pt x="241705" y="399"/>
                </a:lnTo>
                <a:lnTo>
                  <a:pt x="241705" y="160605"/>
                </a:lnTo>
                <a:lnTo>
                  <a:pt x="241705" y="160605"/>
                </a:lnTo>
                <a:close/>
                <a:moveTo>
                  <a:pt x="483210" y="0"/>
                </a:moveTo>
                <a:lnTo>
                  <a:pt x="483210" y="402309"/>
                </a:lnTo>
                <a:lnTo>
                  <a:pt x="564709" y="402309"/>
                </a:lnTo>
                <a:lnTo>
                  <a:pt x="564709" y="0"/>
                </a:lnTo>
                <a:lnTo>
                  <a:pt x="483210" y="0"/>
                </a:lnTo>
                <a:close/>
              </a:path>
            </a:pathLst>
          </a:custGeom>
          <a:solidFill>
            <a:schemeClr val="bg2"/>
          </a:solidFill>
          <a:ln w="198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</p:sldLayoutIdLst>
  <p:hf dt="0" ftr="1" hdr="0" sldNum="0"/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10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1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1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Relationship Id="rId4" Type="http://schemas.openxmlformats.org/officeDocument/2006/relationships/image" Target="../media/image1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Relationship Id="rId4" Type="http://schemas.openxmlformats.org/officeDocument/2006/relationships/image" Target="../media/image1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Relationship Id="rId4" Type="http://schemas.openxmlformats.org/officeDocument/2006/relationships/image" Target="../media/image1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Relationship Id="rId4" Type="http://schemas.openxmlformats.org/officeDocument/2006/relationships/image" Target="../media/image1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Relationship Id="rId4" Type="http://schemas.openxmlformats.org/officeDocument/2006/relationships/image" Target="../media/image1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Relationship Id="rId4" Type="http://schemas.openxmlformats.org/officeDocument/2006/relationships/image" Target="../media/image1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png"/><Relationship Id="rId4" Type="http://schemas.openxmlformats.org/officeDocument/2006/relationships/image" Target="../media/image1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.png"/><Relationship Id="rId4" Type="http://schemas.openxmlformats.org/officeDocument/2006/relationships/image" Target="../media/image20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7.png"/><Relationship Id="rId4" Type="http://schemas.openxmlformats.org/officeDocument/2006/relationships/image" Target="../media/image2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7.png"/><Relationship Id="rId4" Type="http://schemas.openxmlformats.org/officeDocument/2006/relationships/image" Target="../media/image2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7.png"/><Relationship Id="rId4" Type="http://schemas.openxmlformats.org/officeDocument/2006/relationships/image" Target="../media/image2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7.png"/><Relationship Id="rId4" Type="http://schemas.openxmlformats.org/officeDocument/2006/relationships/image" Target="../media/image24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7.png"/><Relationship Id="rId4" Type="http://schemas.openxmlformats.org/officeDocument/2006/relationships/image" Target="../media/image25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7.png"/><Relationship Id="rId4" Type="http://schemas.openxmlformats.org/officeDocument/2006/relationships/image" Target="../media/image26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7.png"/><Relationship Id="rId4" Type="http://schemas.openxmlformats.org/officeDocument/2006/relationships/image" Target="../media/image27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7.png"/><Relationship Id="rId4" Type="http://schemas.openxmlformats.org/officeDocument/2006/relationships/image" Target="../media/image28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7.png"/><Relationship Id="rId4" Type="http://schemas.openxmlformats.org/officeDocument/2006/relationships/image" Target="../media/image29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7.png"/><Relationship Id="rId4" Type="http://schemas.openxmlformats.org/officeDocument/2006/relationships/image" Target="../media/image30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0274013" name="Текст 2"/>
          <p:cNvSpPr>
            <a:spLocks noGrp="1"/>
          </p:cNvSpPr>
          <p:nvPr>
            <p:ph type="body" sz="quarter" idx="10"/>
          </p:nvPr>
        </p:nvSpPr>
        <p:spPr bwMode="auto">
          <a:xfrm>
            <a:off x="10525143" y="482012"/>
            <a:ext cx="1282403" cy="307777"/>
          </a:xfr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2141817238" name="TextBox 7"/>
          <p:cNvSpPr txBox="1"/>
          <p:nvPr/>
        </p:nvSpPr>
        <p:spPr bwMode="auto">
          <a:xfrm>
            <a:off x="393192" y="2350008"/>
            <a:ext cx="84856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sz="1600">
                <a:solidFill>
                  <a:schemeClr val="bg2"/>
                </a:solidFill>
              </a:rPr>
              <a:t>Лекция 5 · 9 октября 2026 · итеративное оценивание</a:t>
            </a:r>
            <a:endParaRPr lang="ru-RU" sz="3600">
              <a:solidFill>
                <a:schemeClr val="bg2"/>
              </a:solidFill>
            </a:endParaRPr>
          </a:p>
        </p:txBody>
      </p:sp>
      <p:sp>
        <p:nvSpPr>
          <p:cNvPr id="1336341824" name="Заголовок 10"/>
          <p:cNvSpPr>
            <a:spLocks noGrp="1"/>
          </p:cNvSpPr>
          <p:nvPr>
            <p:ph type="title"/>
          </p:nvPr>
        </p:nvSpPr>
        <p:spPr bwMode="auto">
          <a:xfrm>
            <a:off x="393192" y="393192"/>
            <a:ext cx="8869680" cy="1682496"/>
          </a:xfrm>
        </p:spPr>
        <p:txBody>
          <a:bodyPr/>
          <a:lstStyle/>
          <a:p>
            <a:pPr>
              <a:lnSpc>
                <a:spcPct val="80000"/>
              </a:lnSpc>
              <a:defRPr/>
            </a:pPr>
            <a:r>
              <a:rPr lang="ru-RU" sz="3000"/>
              <a:t>Итеративное оценивание: решаем уравнения Беллмана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6671483" name="Прямоугольник: скругленные углы 5"/>
          <p:cNvSpPr/>
          <p:nvPr/>
        </p:nvSpPr>
        <p:spPr bwMode="auto">
          <a:xfrm>
            <a:off x="7540459" y="1376363"/>
            <a:ext cx="4212000" cy="3888000"/>
          </a:xfrm>
          <a:prstGeom prst="roundRect">
            <a:avLst>
              <a:gd name="adj" fmla="val 2277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7956" tIns="0" rIns="143978" bIns="143978" rtlCol="0" anchor="t"/>
          <a:lstStyle/>
          <a:p>
            <a:pPr marL="261824" indent="-261824">
              <a:spcAft>
                <a:spcPts val="599"/>
              </a:spcAft>
              <a:buAutoNum type="arabicPeriod"/>
              <a:defRPr/>
            </a:pPr>
            <a:endParaRPr sz="1850"/>
          </a:p>
        </p:txBody>
      </p:sp>
      <p:sp>
        <p:nvSpPr>
          <p:cNvPr id="748476336" name="Прямоугольник: скругленные углы 5"/>
          <p:cNvSpPr/>
          <p:nvPr/>
        </p:nvSpPr>
        <p:spPr bwMode="auto">
          <a:xfrm>
            <a:off x="432000" y="1376363"/>
            <a:ext cx="6912000" cy="3888000"/>
          </a:xfrm>
          <a:prstGeom prst="roundRect">
            <a:avLst>
              <a:gd name="adj" fmla="val 2670"/>
            </a:avLst>
          </a:prstGeom>
          <a:solidFill>
            <a:srgbClr val="EBF2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t"/>
          <a:lstStyle/>
          <a:p>
            <a:pPr marL="261823" indent="-261823">
              <a:spcAft>
                <a:spcPts val="599"/>
              </a:spcAft>
              <a:buClr>
                <a:schemeClr val="bg2"/>
              </a:buClr>
              <a:buFont typeface="Arial"/>
              <a:buAutoNum type="arabicPeriod"/>
              <a:defRPr/>
            </a:pPr>
            <a:r>
              <a:rPr lang="ru-RU" sz="2000">
                <a:solidFill>
                  <a:schemeClr val="tx1"/>
                </a:solidFill>
                <a:latin typeface="Arial"/>
              </a:rPr>
              <a:t>Оценка стратегии: сколько стоит то, что мы </a:t>
            </a:r>
            <a:br>
              <a:rPr lang="ru-RU" sz="2000">
                <a:solidFill>
                  <a:schemeClr val="tx1"/>
                </a:solidFill>
                <a:latin typeface="Arial"/>
              </a:rPr>
            </a:br>
            <a:r>
              <a:rPr lang="ru-RU" sz="2000">
                <a:solidFill>
                  <a:schemeClr val="tx1"/>
                </a:solidFill>
                <a:latin typeface="Arial"/>
              </a:rPr>
              <a:t>уже делаем</a:t>
            </a:r>
            <a:endParaRPr sz="2600">
              <a:solidFill>
                <a:schemeClr val="tx1"/>
              </a:solidFill>
              <a:latin typeface="Arial"/>
            </a:endParaRPr>
          </a:p>
          <a:p>
            <a:pPr marL="261823" indent="-261823">
              <a:spcAft>
                <a:spcPts val="599"/>
              </a:spcAft>
              <a:buClr>
                <a:schemeClr val="bg2"/>
              </a:buClr>
              <a:buFont typeface="Arial"/>
              <a:buAutoNum type="arabicPeriod"/>
              <a:defRPr/>
            </a:pPr>
            <a:r>
              <a:rPr lang="ru-RU" sz="2000">
                <a:solidFill>
                  <a:schemeClr val="tx1"/>
                </a:solidFill>
                <a:latin typeface="Arial"/>
              </a:rPr>
              <a:t>Итеративное оценивание: считаем ценность </a:t>
            </a:r>
            <a:br>
              <a:rPr lang="ru-RU" sz="2000">
                <a:solidFill>
                  <a:schemeClr val="tx1"/>
                </a:solidFill>
                <a:latin typeface="Arial"/>
              </a:rPr>
            </a:br>
            <a:r>
              <a:rPr lang="ru-RU" sz="2000">
                <a:solidFill>
                  <a:schemeClr val="tx1"/>
                </a:solidFill>
                <a:latin typeface="Arial"/>
              </a:rPr>
              <a:t>по шагам</a:t>
            </a:r>
            <a:endParaRPr sz="2600">
              <a:solidFill>
                <a:schemeClr val="tx1"/>
              </a:solidFill>
              <a:latin typeface="Arial"/>
            </a:endParaRPr>
          </a:p>
          <a:p>
            <a:pPr marL="261823" indent="-261823">
              <a:spcAft>
                <a:spcPts val="599"/>
              </a:spcAft>
              <a:buClr>
                <a:schemeClr val="bg2"/>
              </a:buClr>
              <a:buFont typeface="Arial"/>
              <a:buAutoNum type="arabicPeriod"/>
              <a:defRPr/>
            </a:pPr>
            <a:r>
              <a:rPr lang="ru-RU" sz="2000">
                <a:solidFill>
                  <a:schemeClr val="tx1"/>
                </a:solidFill>
                <a:latin typeface="Arial"/>
              </a:rPr>
              <a:t>Улучшение стратегии: из оценок получается решение</a:t>
            </a:r>
            <a:endParaRPr sz="2600">
              <a:solidFill>
                <a:schemeClr val="tx1"/>
              </a:solidFill>
              <a:latin typeface="Arial"/>
            </a:endParaRPr>
          </a:p>
          <a:p>
            <a:pPr marL="261823" indent="-261823">
              <a:spcAft>
                <a:spcPts val="599"/>
              </a:spcAft>
              <a:buClr>
                <a:schemeClr val="bg2"/>
              </a:buClr>
              <a:buFont typeface="Arial"/>
              <a:buAutoNum type="arabicPeriod"/>
              <a:defRPr/>
            </a:pPr>
            <a:r>
              <a:rPr lang="ru-RU" sz="2000">
                <a:solidFill>
                  <a:schemeClr val="tx1"/>
                </a:solidFill>
                <a:latin typeface="Arial"/>
              </a:rPr>
              <a:t>Цикл GPI и итерация по ценностям: max вместо среднего</a:t>
            </a:r>
            <a:endParaRPr sz="2600">
              <a:solidFill>
                <a:schemeClr val="tx1"/>
              </a:solidFill>
              <a:latin typeface="Arial"/>
            </a:endParaRPr>
          </a:p>
          <a:p>
            <a:pPr marL="261823" indent="-261823">
              <a:spcAft>
                <a:spcPts val="599"/>
              </a:spcAft>
              <a:buClr>
                <a:schemeClr val="bg2"/>
              </a:buClr>
              <a:buFont typeface="Arial"/>
              <a:buAutoNum type="arabicPeriod"/>
              <a:defRPr/>
            </a:pPr>
            <a:r>
              <a:rPr lang="ru-RU" sz="2000">
                <a:solidFill>
                  <a:schemeClr val="tx1"/>
                </a:solidFill>
                <a:latin typeface="Arial"/>
              </a:rPr>
              <a:t>Границы метода и карта курса</a:t>
            </a:r>
            <a:endParaRPr sz="2600">
              <a:solidFill>
                <a:schemeClr val="tx1"/>
              </a:solidFill>
              <a:latin typeface="Arial"/>
            </a:endParaRPr>
          </a:p>
        </p:txBody>
      </p:sp>
      <p:sp>
        <p:nvSpPr>
          <p:cNvPr id="1045414526" name="Заголовок 1"/>
          <p:cNvSpPr>
            <a:spLocks noGrp="1"/>
          </p:cNvSpPr>
          <p:nvPr>
            <p:ph type="title"/>
          </p:nvPr>
        </p:nvSpPr>
        <p:spPr bwMode="auto">
          <a:xfrm>
            <a:off x="429768" y="420624"/>
            <a:ext cx="9610344" cy="374904"/>
          </a:xfrm>
        </p:spPr>
        <p:txBody>
          <a:bodyPr/>
          <a:lstStyle/>
          <a:p>
            <a:pPr>
              <a:defRPr/>
            </a:pPr>
            <a:r>
              <a:rPr lang="ru-RU"/>
              <a:t>Блоки лекции</a:t>
            </a:r>
            <a:endParaRPr/>
          </a:p>
        </p:txBody>
      </p:sp>
      <p:pic>
        <p:nvPicPr>
          <p:cNvPr id="880119357" name="Рисунок 7" descr="imag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7535863" y="1537618"/>
            <a:ext cx="3542815" cy="37267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1389654" name="Прямоугольник: скругленные углы 5"/>
          <p:cNvSpPr/>
          <p:nvPr/>
        </p:nvSpPr>
        <p:spPr bwMode="auto">
          <a:xfrm>
            <a:off x="4664175" y="1376361"/>
            <a:ext cx="7092000" cy="4275137"/>
          </a:xfrm>
          <a:prstGeom prst="roundRect">
            <a:avLst>
              <a:gd name="adj" fmla="val 3429"/>
            </a:avLst>
          </a:prstGeom>
          <a:solidFill>
            <a:srgbClr val="EBF2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t"/>
          <a:lstStyle/>
          <a:p>
            <a:pPr marL="261822" indent="-261822">
              <a:spcAft>
                <a:spcPts val="598"/>
              </a:spcAft>
              <a:buClr>
                <a:schemeClr val="bg2"/>
              </a:buClr>
              <a:buFont typeface="Arial"/>
              <a:buAutoNum type="arabicPeriod"/>
              <a:defRPr/>
            </a:pPr>
            <a:r>
              <a:rPr lang="ru-RU" sz="2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Узнать, как из уравнений получается работающий метод</a:t>
            </a:r>
            <a:endParaRPr lang="ru-RU" sz="22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 marL="261822" indent="-261822">
              <a:spcAft>
                <a:spcPts val="598"/>
              </a:spcAft>
              <a:buClr>
                <a:schemeClr val="bg2"/>
              </a:buClr>
              <a:buFont typeface="Arial"/>
              <a:buAutoNum type="arabicPeriod"/>
              <a:defRPr/>
            </a:pPr>
            <a:r>
              <a:rPr lang="ru-RU" sz="2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Пройти цикл «оценка → улучшение → снова оценка»</a:t>
            </a:r>
            <a:endParaRPr lang="ru-RU" sz="22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 marL="261822" indent="-261822">
              <a:spcAft>
                <a:spcPts val="598"/>
              </a:spcAft>
              <a:buClr>
                <a:schemeClr val="bg2"/>
              </a:buClr>
              <a:buFont typeface="Arial"/>
              <a:buAutoNum type="arabicPeriod"/>
              <a:defRPr/>
            </a:pPr>
            <a:r>
              <a:rPr lang="ru-RU" sz="2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Научиться видеть ценность каждого шага</a:t>
            </a:r>
            <a:endParaRPr lang="ru-RU" sz="22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261822" indent="-261822">
              <a:spcAft>
                <a:spcPts val="598"/>
              </a:spcAft>
              <a:buClr>
                <a:schemeClr val="bg2"/>
              </a:buClr>
              <a:buFont typeface="Arial"/>
              <a:buAutoNum type="arabicPeriod"/>
              <a:defRPr/>
            </a:pPr>
            <a:r>
              <a:rPr lang="ru-RU" sz="2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Понять, почему метод сходится и когда останавливаться</a:t>
            </a:r>
            <a:endParaRPr sz="2600">
              <a:solidFill>
                <a:schemeClr val="tx1"/>
              </a:solidFill>
              <a:latin typeface="Arial"/>
            </a:endParaRPr>
          </a:p>
          <a:p>
            <a:pPr marL="261823" indent="-261823">
              <a:spcAft>
                <a:spcPts val="599"/>
              </a:spcAft>
              <a:buClr>
                <a:schemeClr val="bg2"/>
              </a:buClr>
              <a:buFont typeface="Arial"/>
              <a:buAutoNum type="arabicPeriod"/>
              <a:defRPr/>
            </a:pPr>
            <a:r>
              <a:rPr lang="ru-RU" sz="2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Увидеть цену случайности: 4,58 против 3,40</a:t>
            </a:r>
            <a:endParaRPr lang="ru-RU" sz="22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7741086" name="Заголовок 1"/>
          <p:cNvSpPr>
            <a:spLocks noGrp="1"/>
          </p:cNvSpPr>
          <p:nvPr>
            <p:ph type="title"/>
          </p:nvPr>
        </p:nvSpPr>
        <p:spPr bwMode="auto">
          <a:xfrm>
            <a:off x="429768" y="420624"/>
            <a:ext cx="9610344" cy="374904"/>
          </a:xfrm>
        </p:spPr>
        <p:txBody>
          <a:bodyPr/>
          <a:lstStyle/>
          <a:p>
            <a:pPr>
              <a:defRPr/>
            </a:pPr>
            <a:r>
              <a:rPr lang="ru-RU"/>
              <a:t>Цели лекции</a:t>
            </a:r>
            <a:endParaRPr/>
          </a:p>
        </p:txBody>
      </p:sp>
      <p:sp>
        <p:nvSpPr>
          <p:cNvPr id="991437065" name="Прямоугольник: скругленные углы 1"/>
          <p:cNvSpPr/>
          <p:nvPr/>
        </p:nvSpPr>
        <p:spPr bwMode="auto">
          <a:xfrm>
            <a:off x="437261" y="1376361"/>
            <a:ext cx="4032000" cy="4275137"/>
          </a:xfrm>
          <a:prstGeom prst="roundRect">
            <a:avLst>
              <a:gd name="adj" fmla="val 3485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 sz="1200"/>
          </a:p>
        </p:txBody>
      </p:sp>
      <p:pic>
        <p:nvPicPr>
          <p:cNvPr id="1459389591" name="Рисунок 3" descr="imag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447535" y="2105613"/>
            <a:ext cx="3729544" cy="354588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0118064" name="Заголовок 1"/>
          <p:cNvSpPr>
            <a:spLocks noGrp="1"/>
          </p:cNvSpPr>
          <p:nvPr>
            <p:ph type="title"/>
          </p:nvPr>
        </p:nvSpPr>
        <p:spPr bwMode="auto">
          <a:xfrm>
            <a:off x="429768" y="420624"/>
            <a:ext cx="9610344" cy="374904"/>
          </a:xfrm>
        </p:spPr>
        <p:txBody>
          <a:bodyPr/>
          <a:lstStyle/>
          <a:p>
            <a:pPr>
              <a:defRPr/>
            </a:pPr>
            <a:r>
              <a:rPr lang="ru-RU"/>
              <a:t>Что у нас есть и что делаем сегодня</a:t>
            </a:r>
            <a:endParaRPr/>
          </a:p>
        </p:txBody>
      </p:sp>
      <p:sp>
        <p:nvSpPr>
          <p:cNvPr id="1948500576" name="Прямоугольник: скругленные углы 5"/>
          <p:cNvSpPr/>
          <p:nvPr/>
        </p:nvSpPr>
        <p:spPr bwMode="auto">
          <a:xfrm flipH="0" flipV="0">
            <a:off x="457199" y="918482"/>
            <a:ext cx="11329416" cy="2470863"/>
          </a:xfrm>
          <a:prstGeom prst="roundRect">
            <a:avLst>
              <a:gd name="adj" fmla="val 3429"/>
            </a:avLst>
          </a:prstGeom>
          <a:solidFill>
            <a:srgbClr val="EBF2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t"/>
          <a:lstStyle/>
          <a:p>
            <a:pPr>
              <a:spcAft>
                <a:spcPts val="600"/>
              </a:spcAft>
              <a:defRPr/>
            </a:pPr>
            <a:r>
              <a:rPr lang="ru-RU" sz="1800" b="1">
                <a:solidFill>
                  <a:schemeClr val="tx1"/>
                </a:solidFill>
                <a:latin typeface="Arial"/>
              </a:rPr>
              <a:t>В лекции 4 мы вывели уравнения Беллмана: </a:t>
            </a:r>
            <a:r>
              <a:rPr lang="ru-RU" sz="1800" b="0">
                <a:solidFill>
                  <a:schemeClr val="tx1"/>
                </a:solidFill>
                <a:latin typeface="Arial"/>
              </a:rPr>
              <a:t>это описание решения, а не способ счёта</a:t>
            </a:r>
            <a:endParaRPr sz="2400" b="0">
              <a:solidFill>
                <a:schemeClr val="tx1"/>
              </a:solidFill>
            </a:endParaRPr>
          </a:p>
          <a:p>
            <a:pPr>
              <a:spcAft>
                <a:spcPts val="600"/>
              </a:spcAft>
              <a:defRPr/>
            </a:pPr>
            <a:r>
              <a:rPr lang="ru-RU" sz="1800" b="1">
                <a:solidFill>
                  <a:schemeClr val="tx1"/>
                </a:solidFill>
                <a:latin typeface="Arial"/>
              </a:rPr>
              <a:t>Неизвестная v стоит и слева, и справа </a:t>
            </a:r>
            <a:r>
              <a:rPr lang="ru-RU" sz="1800" b="0">
                <a:solidFill>
                  <a:schemeClr val="tx1"/>
                </a:solidFill>
                <a:latin typeface="Arial"/>
              </a:rPr>
              <a:t>— подставить числа некуда</a:t>
            </a:r>
            <a:endParaRPr sz="2400" b="0">
              <a:solidFill>
                <a:schemeClr val="tx1"/>
              </a:solidFill>
            </a:endParaRPr>
          </a:p>
          <a:p>
            <a:pPr>
              <a:spcAft>
                <a:spcPts val="600"/>
              </a:spcAft>
              <a:defRPr/>
            </a:pPr>
            <a:r>
              <a:rPr lang="ru-RU" sz="1800" b="1">
                <a:solidFill>
                  <a:schemeClr val="tx1"/>
                </a:solidFill>
                <a:latin typeface="Arial"/>
              </a:rPr>
              <a:t>Сегодня решаем эти уравнения по шагам </a:t>
            </a:r>
            <a:r>
              <a:rPr lang="ru-RU" sz="1800" b="0">
                <a:solidFill>
                  <a:schemeClr val="tx1"/>
                </a:solidFill>
                <a:latin typeface="Arial"/>
              </a:rPr>
              <a:t>— на том же лабиринте 3 × 4 (вход +10, шаг −1, γ = 0,9, </a:t>
            </a:r>
            <a:br>
              <a:rPr lang="ru-RU" sz="1800" b="0">
                <a:solidFill>
                  <a:schemeClr val="tx1"/>
                </a:solidFill>
                <a:latin typeface="Arial"/>
              </a:rPr>
            </a:br>
            <a:r>
              <a:rPr lang="ru-RU" sz="1800" b="0">
                <a:solidFill>
                  <a:schemeClr val="tx1"/>
                </a:solidFill>
                <a:latin typeface="Arial"/>
              </a:rPr>
              <a:t>снос 0,8/0,1/0,1)</a:t>
            </a:r>
            <a:endParaRPr sz="2400" b="0">
              <a:solidFill>
                <a:schemeClr val="tx1"/>
              </a:solidFill>
            </a:endParaRPr>
          </a:p>
          <a:p>
            <a:pPr>
              <a:spcAft>
                <a:spcPts val="600"/>
              </a:spcAft>
              <a:defRPr/>
            </a:pPr>
            <a:r>
              <a:rPr lang="ru-RU" sz="1800" b="1">
                <a:solidFill>
                  <a:schemeClr val="tx1"/>
                </a:solidFill>
                <a:latin typeface="Arial"/>
              </a:rPr>
              <a:t>Заодно увидим, как из оценок получается стратегия</a:t>
            </a:r>
            <a:endParaRPr sz="2400">
              <a:solidFill>
                <a:schemeClr val="tx1"/>
              </a:solidFill>
            </a:endParaRPr>
          </a:p>
          <a:p>
            <a:pPr>
              <a:spcAft>
                <a:spcPts val="600"/>
              </a:spcAft>
              <a:defRPr/>
            </a:pPr>
            <a:r>
              <a:rPr lang="ru-RU" sz="1800" b="1">
                <a:solidFill>
                  <a:schemeClr val="tx1"/>
                </a:solidFill>
                <a:latin typeface="Arial"/>
              </a:rPr>
              <a:t>Одно состояние S6, три разных числа</a:t>
            </a:r>
            <a:r>
              <a:rPr lang="ru-RU" sz="1800" b="0">
                <a:solidFill>
                  <a:schemeClr val="tx1"/>
                </a:solidFill>
                <a:latin typeface="Arial"/>
              </a:rPr>
              <a:t> — </a:t>
            </a:r>
            <a:r>
              <a:rPr lang="ru-RU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три разных числа: прогон, оценка стратегии, решение уравнений</a:t>
            </a:r>
            <a:endParaRPr sz="2400">
              <a:solidFill>
                <a:schemeClr val="tx1"/>
              </a:solidFill>
            </a:endParaRPr>
          </a:p>
        </p:txBody>
      </p:sp>
      <p:sp>
        <p:nvSpPr>
          <p:cNvPr id="1826628915" name="Прямоугольник: скругленные углы 2"/>
          <p:cNvSpPr/>
          <p:nvPr/>
        </p:nvSpPr>
        <p:spPr bwMode="auto">
          <a:xfrm>
            <a:off x="429768" y="5640777"/>
            <a:ext cx="11330136" cy="665026"/>
          </a:xfrm>
          <a:prstGeom prst="roundRect">
            <a:avLst>
              <a:gd name="adj" fmla="val 10630"/>
            </a:avLst>
          </a:prstGeom>
          <a:solidFill>
            <a:srgbClr val="00AD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tIns="144000" rIns="144000" bIns="144000" rtlCol="0" anchor="t">
            <a:spAutoFit/>
          </a:bodyPr>
          <a:lstStyle/>
          <a:p>
            <a:pPr>
              <a:spcAft>
                <a:spcPts val="300"/>
              </a:spcAft>
              <a:defRPr/>
            </a:pPr>
            <a:r>
              <a:rPr lang="ru-RU" sz="2200" b="1">
                <a:latin typeface="Arial"/>
              </a:rPr>
              <a:t>Сегодня проживаем цикл: оценка → улучшение → снова оценка</a:t>
            </a:r>
            <a:endParaRPr lang="ru-RU" sz="2000" b="1">
              <a:latin typeface="Arial"/>
            </a:endParaRPr>
          </a:p>
        </p:txBody>
      </p:sp>
      <p:pic>
        <p:nvPicPr>
          <p:cNvPr id="1037337793" name="Рисунок 3" descr="imag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85216" y="5739291"/>
            <a:ext cx="468000" cy="468000"/>
          </a:xfrm>
          <a:prstGeom prst="rect">
            <a:avLst/>
          </a:prstGeom>
        </p:spPr>
      </p:pic>
      <p:pic>
        <p:nvPicPr>
          <p:cNvPr id="482748470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364017" y="3446042"/>
            <a:ext cx="11422598" cy="219473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5602099" name="Заголовок 1"/>
          <p:cNvSpPr>
            <a:spLocks noGrp="1"/>
          </p:cNvSpPr>
          <p:nvPr>
            <p:ph type="title"/>
          </p:nvPr>
        </p:nvSpPr>
        <p:spPr bwMode="auto">
          <a:xfrm>
            <a:off x="429768" y="420624"/>
            <a:ext cx="9610344" cy="374904"/>
          </a:xfrm>
        </p:spPr>
        <p:txBody>
          <a:bodyPr/>
          <a:lstStyle/>
          <a:p>
            <a:pPr>
              <a:defRPr/>
            </a:pPr>
            <a:r>
              <a:rPr lang="ru-RU"/>
              <a:t>Зачем оценивать стратегию</a:t>
            </a:r>
            <a:endParaRPr/>
          </a:p>
        </p:txBody>
      </p:sp>
      <p:sp>
        <p:nvSpPr>
          <p:cNvPr id="1008597620" name="Прямоугольник: скругленные углы 5"/>
          <p:cNvSpPr/>
          <p:nvPr/>
        </p:nvSpPr>
        <p:spPr bwMode="auto">
          <a:xfrm flipH="0" flipV="0">
            <a:off x="429766" y="1051560"/>
            <a:ext cx="11329416" cy="1817279"/>
          </a:xfrm>
          <a:prstGeom prst="roundRect">
            <a:avLst>
              <a:gd name="adj" fmla="val 3429"/>
            </a:avLst>
          </a:prstGeom>
          <a:solidFill>
            <a:srgbClr val="EBF2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t"/>
          <a:lstStyle/>
          <a:p>
            <a:pPr>
              <a:spcAft>
                <a:spcPts val="600"/>
              </a:spcAft>
              <a:defRPr/>
            </a:pPr>
            <a:r>
              <a:rPr lang="ru-RU" sz="2200" b="1">
                <a:solidFill>
                  <a:schemeClr val="tx1"/>
                </a:solidFill>
                <a:latin typeface="Arial"/>
              </a:rPr>
              <a:t>Оценка стратегии — предсказание: </a:t>
            </a:r>
            <a:r>
              <a:rPr lang="ru-RU" sz="2200" b="0">
                <a:solidFill>
                  <a:schemeClr val="tx1"/>
                </a:solidFill>
                <a:latin typeface="Arial"/>
              </a:rPr>
              <a:t>сколько стоит следовать заданному правилу</a:t>
            </a:r>
            <a:endParaRPr sz="2800">
              <a:solidFill>
                <a:schemeClr val="tx1"/>
              </a:solidFill>
            </a:endParaRPr>
          </a:p>
          <a:p>
            <a:pPr algn="l">
              <a:spcAft>
                <a:spcPts val="600"/>
              </a:spcAft>
              <a:defRPr/>
            </a:pPr>
            <a:r>
              <a:rPr lang="ru-RU" sz="2200" b="1">
                <a:solidFill>
                  <a:schemeClr val="tx1"/>
                </a:solidFill>
                <a:latin typeface="Arial"/>
              </a:rPr>
              <a:t>v(s) — ожидаемый доход, если начать из s и дальше идти по стратегии π</a:t>
            </a:r>
            <a:endParaRPr lang="ru-RU" sz="2200" b="1">
              <a:solidFill>
                <a:schemeClr val="tx1"/>
              </a:solidFill>
              <a:latin typeface="Arial"/>
            </a:endParaRPr>
          </a:p>
          <a:p>
            <a:pPr algn="ctr">
              <a:spcAft>
                <a:spcPts val="599"/>
              </a:spcAft>
              <a:defRPr/>
            </a:pPr>
            <a:r>
              <a:rPr lang="ru-RU" sz="1600" b="0">
                <a:solidFill>
                  <a:schemeClr val="tx1"/>
                </a:solidFill>
                <a:latin typeface="Arial"/>
              </a:rPr>
              <a:t>(в формулах пишем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ru-RU" sz="1600" b="0" i="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ru-RU" sz="16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v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ru-RU" sz="16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π</m:t>
                          </m:r>
                        </m:sub>
                      </m:sSub>
                    </m:oMath>
                  </m:oMathPara>
                </a14:m>
              </mc:Choice>
              <mc:Fallback/>
            </mc:AlternateContent>
            <a:r>
              <a:rPr lang="ru-RU" sz="1600" b="0">
                <a:solidFill>
                  <a:schemeClr val="tx1"/>
                </a:solidFill>
                <a:latin typeface="Arial"/>
              </a:rPr>
              <a:t>, в тексте — коротко v)</a:t>
            </a:r>
            <a:endParaRPr sz="2800">
              <a:solidFill>
                <a:schemeClr val="tx1"/>
              </a:solidFill>
            </a:endParaRPr>
          </a:p>
          <a:p>
            <a:pPr>
              <a:spcAft>
                <a:spcPts val="600"/>
              </a:spcAft>
              <a:defRPr/>
            </a:pPr>
            <a:r>
              <a:rPr lang="ru-RU" sz="22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Оценка нужна, чтобы сравнивать: </a:t>
            </a:r>
            <a:r>
              <a:rPr lang="ru-RU" sz="2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без числа «сколько стоит» улучшать нечего</a:t>
            </a:r>
            <a:endParaRPr sz="2800">
              <a:solidFill>
                <a:schemeClr val="tx1"/>
              </a:solidFill>
            </a:endParaRPr>
          </a:p>
        </p:txBody>
      </p:sp>
      <p:sp>
        <p:nvSpPr>
          <p:cNvPr id="278967663" name="Прямоугольник: скругленные углы 2"/>
          <p:cNvSpPr/>
          <p:nvPr/>
        </p:nvSpPr>
        <p:spPr bwMode="auto">
          <a:xfrm>
            <a:off x="428326" y="5438971"/>
            <a:ext cx="11330855" cy="697530"/>
          </a:xfrm>
          <a:prstGeom prst="roundRect">
            <a:avLst>
              <a:gd name="adj" fmla="val 10630"/>
            </a:avLst>
          </a:prstGeom>
          <a:solidFill>
            <a:srgbClr val="00AD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tIns="144000" rIns="144000" bIns="144000" rtlCol="0" anchor="t">
            <a:spAutoFit/>
          </a:bodyPr>
          <a:lstStyle/>
          <a:p>
            <a:pPr>
              <a:spcAft>
                <a:spcPts val="300"/>
              </a:spcAft>
              <a:defRPr/>
            </a:pPr>
            <a:r>
              <a:rPr lang="ru-RU" sz="2400" b="1" i="0" u="none" strike="noStrike" cap="none" spc="0">
                <a:solidFill>
                  <a:schemeClr val="lt1"/>
                </a:solidFill>
                <a:latin typeface="Arial"/>
                <a:ea typeface="Arial"/>
                <a:cs typeface="Arial"/>
              </a:rPr>
              <a:t>Сначала измеряем — потом улучшаем</a:t>
            </a:r>
            <a:endParaRPr lang="ru-RU" sz="2200" b="1">
              <a:latin typeface="Arial"/>
            </a:endParaRPr>
          </a:p>
        </p:txBody>
      </p:sp>
      <p:pic>
        <p:nvPicPr>
          <p:cNvPr id="1739090892" name="Рисунок 3" descr="imag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83774" y="5553736"/>
            <a:ext cx="468000" cy="468000"/>
          </a:xfrm>
          <a:prstGeom prst="rect">
            <a:avLst/>
          </a:prstGeom>
        </p:spPr>
      </p:pic>
      <p:pic>
        <p:nvPicPr>
          <p:cNvPr id="967216295" name="Picture 2081775820" descr="f_v_def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2564865" y="3186156"/>
            <a:ext cx="7031787" cy="19202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7050814" name="Заголовок 1"/>
          <p:cNvSpPr>
            <a:spLocks noGrp="1"/>
          </p:cNvSpPr>
          <p:nvPr>
            <p:ph type="title"/>
          </p:nvPr>
        </p:nvSpPr>
        <p:spPr bwMode="auto">
          <a:xfrm>
            <a:off x="429768" y="420624"/>
            <a:ext cx="9610344" cy="374904"/>
          </a:xfrm>
        </p:spPr>
        <p:txBody>
          <a:bodyPr/>
          <a:lstStyle/>
          <a:p>
            <a:pPr>
              <a:defRPr/>
            </a:pPr>
            <a:r>
              <a:rPr lang="ru-RU"/>
              <a:t>Стратегия решает, а не среда</a:t>
            </a:r>
            <a:endParaRPr/>
          </a:p>
        </p:txBody>
      </p:sp>
      <p:sp>
        <p:nvSpPr>
          <p:cNvPr id="2057394578" name="Прямоугольник: скругленные углы 5"/>
          <p:cNvSpPr/>
          <p:nvPr/>
        </p:nvSpPr>
        <p:spPr bwMode="auto">
          <a:xfrm flipH="0" flipV="0">
            <a:off x="457199" y="1325880"/>
            <a:ext cx="4238424" cy="4275726"/>
          </a:xfrm>
          <a:prstGeom prst="roundRect">
            <a:avLst>
              <a:gd name="adj" fmla="val 3429"/>
            </a:avLst>
          </a:prstGeom>
          <a:solidFill>
            <a:srgbClr val="EBF2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t"/>
          <a:lstStyle/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6"/>
              </a:spcAft>
              <a:buClr>
                <a:schemeClr val="bg2"/>
              </a:buClr>
              <a:buChar char="+"/>
              <a:defRPr/>
            </a:pPr>
            <a:r>
              <a:rPr lang="ru-RU" sz="2000" b="1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«Всегда вправо»:</a:t>
            </a:r>
            <a:r>
              <a:rPr lang="ru-RU" sz="20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 </a:t>
            </a:r>
            <a:r>
              <a:rPr lang="ru-RU" sz="20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старт S6 = −3,21, вся верхняя половина </a:t>
            </a:r>
            <a:br>
              <a:rPr lang="ru-RU" sz="20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</a:br>
            <a:r>
              <a:rPr lang="ru-RU" sz="20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в минусе</a:t>
            </a:r>
            <a:r>
              <a:rPr lang="ru-RU" sz="20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 </a:t>
            </a:r>
            <a:r>
              <a:rPr lang="ru-RU" sz="20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(это число получим </a:t>
            </a:r>
            <a:br>
              <a:rPr lang="ru-RU" sz="20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</a:br>
            <a:r>
              <a:rPr lang="ru-RU" sz="20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в блоке 2)</a:t>
            </a:r>
            <a:endParaRPr lang="ru-RU" sz="20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6"/>
              </a:spcAft>
              <a:buClr>
                <a:schemeClr val="bg2"/>
              </a:buClr>
              <a:buChar char="+"/>
              <a:defRPr/>
            </a:pPr>
            <a:r>
              <a:rPr lang="ru-RU" sz="2000" b="1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Всегда влево»</a:t>
            </a:r>
            <a:r>
              <a:rPr lang="ru-RU" sz="2000" b="1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:</a:t>
            </a:r>
            <a:r>
              <a:rPr lang="ru-RU" sz="20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 </a:t>
            </a:r>
            <a:r>
              <a:rPr lang="ru-RU" sz="20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−10 почти везде — почему, разберём </a:t>
            </a:r>
            <a:br>
              <a:rPr lang="ru-RU" sz="20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</a:br>
            <a:r>
              <a:rPr lang="ru-RU" sz="20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на следующем слайде</a:t>
            </a:r>
            <a:endParaRPr lang="ru-RU" sz="20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6"/>
              </a:spcAft>
              <a:buClr>
                <a:schemeClr val="bg2"/>
              </a:buClr>
              <a:buChar char="+"/>
              <a:defRPr/>
            </a:pPr>
            <a:r>
              <a:rPr lang="ru-RU" sz="2000" b="1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Клетки и вероятности одни и те же:</a:t>
            </a:r>
            <a:r>
              <a:rPr lang="ru-RU" sz="20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 </a:t>
            </a:r>
            <a:r>
              <a:rPr lang="ru-RU" sz="20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разные числа даёт только стратегия</a:t>
            </a:r>
            <a:endParaRPr lang="ru-RU" sz="20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</p:txBody>
      </p:sp>
      <p:sp>
        <p:nvSpPr>
          <p:cNvPr id="1514131318" name="Прямоугольник: скругленные углы 2"/>
          <p:cNvSpPr/>
          <p:nvPr/>
        </p:nvSpPr>
        <p:spPr bwMode="auto">
          <a:xfrm flipH="0" flipV="0">
            <a:off x="429767" y="5901580"/>
            <a:ext cx="11330496" cy="600019"/>
          </a:xfrm>
          <a:prstGeom prst="roundRect">
            <a:avLst>
              <a:gd name="adj" fmla="val 10630"/>
            </a:avLst>
          </a:prstGeom>
          <a:solidFill>
            <a:srgbClr val="00AD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tIns="144000" rIns="144000" bIns="144000" rtlCol="0" anchor="t">
            <a:spAutoFit/>
          </a:bodyPr>
          <a:lstStyle/>
          <a:p>
            <a:pPr>
              <a:spcAft>
                <a:spcPts val="300"/>
              </a:spcAft>
              <a:defRPr/>
            </a:pPr>
            <a:r>
              <a:rPr lang="ru-RU" sz="1800" b="1" i="0" u="none" strike="noStrike" cap="none" spc="0">
                <a:solidFill>
                  <a:schemeClr val="lt1"/>
                </a:solidFill>
                <a:latin typeface="Arial"/>
                <a:ea typeface="Arial"/>
                <a:cs typeface="Arial"/>
              </a:rPr>
              <a:t>Числа задаёт правило, а не задача</a:t>
            </a:r>
            <a:endParaRPr lang="ru-RU" sz="1600" b="1">
              <a:latin typeface="Arial"/>
            </a:endParaRPr>
          </a:p>
        </p:txBody>
      </p:sp>
      <p:pic>
        <p:nvPicPr>
          <p:cNvPr id="1959103562" name="Рисунок 3" descr="imag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85216" y="5967590"/>
            <a:ext cx="468000" cy="468000"/>
          </a:xfrm>
          <a:prstGeom prst="rect">
            <a:avLst/>
          </a:prstGeom>
        </p:spPr>
      </p:pic>
      <p:pic>
        <p:nvPicPr>
          <p:cNvPr id="534282941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4826140" y="1422563"/>
            <a:ext cx="6933763" cy="442232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0860116" name="Заголовок 1"/>
          <p:cNvSpPr>
            <a:spLocks noGrp="1"/>
          </p:cNvSpPr>
          <p:nvPr>
            <p:ph type="title"/>
          </p:nvPr>
        </p:nvSpPr>
        <p:spPr bwMode="auto">
          <a:xfrm>
            <a:off x="429768" y="420624"/>
            <a:ext cx="9610344" cy="374904"/>
          </a:xfrm>
        </p:spPr>
        <p:txBody>
          <a:bodyPr/>
          <a:lstStyle/>
          <a:p>
            <a:pPr>
              <a:defRPr/>
            </a:pPr>
            <a:r>
              <a:rPr lang="ru-RU"/>
              <a:t>Почему «влево» даёт −10</a:t>
            </a:r>
            <a:endParaRPr/>
          </a:p>
        </p:txBody>
      </p:sp>
      <p:sp>
        <p:nvSpPr>
          <p:cNvPr id="2022167524" name="Прямоугольник: скругленные углы 5"/>
          <p:cNvSpPr/>
          <p:nvPr/>
        </p:nvSpPr>
        <p:spPr bwMode="auto">
          <a:xfrm flipH="0" flipV="0">
            <a:off x="457200" y="1325880"/>
            <a:ext cx="4934252" cy="3657600"/>
          </a:xfrm>
          <a:prstGeom prst="roundRect">
            <a:avLst>
              <a:gd name="adj" fmla="val 3429"/>
            </a:avLst>
          </a:prstGeom>
          <a:solidFill>
            <a:srgbClr val="EBF2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t"/>
          <a:lstStyle/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6"/>
              </a:spcAft>
              <a:buClr>
                <a:schemeClr val="bg2"/>
              </a:buClr>
              <a:buChar char="+"/>
              <a:defRPr/>
            </a:pPr>
            <a:r>
              <a:rPr lang="ru-RU" sz="2000" b="1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У стены шаг «влево» </a:t>
            </a:r>
            <a:r>
              <a:rPr lang="ru-RU" sz="2000" b="1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— за границу:</a:t>
            </a:r>
            <a:r>
              <a:rPr lang="ru-RU" sz="20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 агент остаётся на месте, но −1 всё равно платит</a:t>
            </a:r>
            <a:endParaRPr lang="ru-RU" sz="20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6"/>
              </a:spcAft>
              <a:buClr>
                <a:schemeClr val="bg2"/>
              </a:buClr>
              <a:buChar char="+"/>
              <a:defRPr/>
            </a:pPr>
            <a:r>
              <a:rPr lang="ru-RU" sz="2000" b="1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Подставляем это в уравнение Беллмана</a:t>
            </a:r>
            <a:r>
              <a:rPr lang="ru-RU" sz="20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 </a:t>
            </a:r>
            <a:r>
              <a:rPr lang="ru-RU" sz="20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— и получаем ровно −10 (снос вверх ведёт в S5, но там </a:t>
            </a:r>
            <a:br>
              <a:rPr lang="ru-RU" sz="20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</a:br>
            <a:r>
              <a:rPr lang="ru-RU" sz="20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та же −10)</a:t>
            </a:r>
            <a:endParaRPr lang="ru-RU" sz="20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6"/>
              </a:spcAft>
              <a:buClr>
                <a:schemeClr val="bg2"/>
              </a:buClr>
              <a:buChar char="+"/>
              <a:defRPr/>
            </a:pPr>
            <a:r>
              <a:rPr lang="ru-RU" sz="2000" b="1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Развязать можно и в лоб, но это система 11 × 11</a:t>
            </a:r>
            <a:r>
              <a:rPr lang="ru-RU" sz="20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; </a:t>
            </a:r>
            <a:r>
              <a:rPr lang="ru-RU" sz="20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для больших задач дорого — отсюда итерация</a:t>
            </a:r>
            <a:endParaRPr lang="ru-RU" sz="20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</p:txBody>
      </p:sp>
      <p:sp>
        <p:nvSpPr>
          <p:cNvPr id="538052543" name="Прямоугольник: скругленные углы 2"/>
          <p:cNvSpPr/>
          <p:nvPr/>
        </p:nvSpPr>
        <p:spPr bwMode="auto">
          <a:xfrm>
            <a:off x="429768" y="5221224"/>
            <a:ext cx="11329416" cy="960120"/>
          </a:xfrm>
          <a:prstGeom prst="roundRect">
            <a:avLst>
              <a:gd name="adj" fmla="val 10630"/>
            </a:avLst>
          </a:prstGeom>
          <a:solidFill>
            <a:srgbClr val="00AD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tIns="144000" rIns="144000" bIns="144000" rtlCol="0" anchor="t">
            <a:spAutoFit/>
          </a:bodyPr>
          <a:lstStyle/>
          <a:p>
            <a:pPr>
              <a:spcAft>
                <a:spcPts val="300"/>
              </a:spcAft>
              <a:defRPr/>
            </a:pPr>
            <a:r>
              <a:rPr lang="ru-RU" b="1">
                <a:latin typeface="Arial"/>
              </a:rPr>
              <a:t>Петля: за шаг платим, а выйти некуда</a:t>
            </a:r>
            <a:endParaRPr lang="ru-RU" sz="1600" b="1">
              <a:latin typeface="Arial"/>
            </a:endParaRPr>
          </a:p>
        </p:txBody>
      </p:sp>
      <p:pic>
        <p:nvPicPr>
          <p:cNvPr id="1924309947" name="Рисунок 3" descr="imag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85216" y="5431536"/>
            <a:ext cx="468000" cy="468000"/>
          </a:xfrm>
          <a:prstGeom prst="rect">
            <a:avLst/>
          </a:prstGeom>
        </p:spPr>
      </p:pic>
      <p:pic>
        <p:nvPicPr>
          <p:cNvPr id="2016916035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5391452" y="1032110"/>
            <a:ext cx="6442610" cy="410906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6088643" name="Заголовок 1"/>
          <p:cNvSpPr>
            <a:spLocks noGrp="1"/>
          </p:cNvSpPr>
          <p:nvPr>
            <p:ph type="title"/>
          </p:nvPr>
        </p:nvSpPr>
        <p:spPr bwMode="auto">
          <a:xfrm>
            <a:off x="429768" y="420624"/>
            <a:ext cx="9610344" cy="374904"/>
          </a:xfrm>
        </p:spPr>
        <p:txBody>
          <a:bodyPr/>
          <a:lstStyle/>
          <a:p>
            <a:pPr>
              <a:defRPr/>
            </a:pPr>
            <a:r>
              <a:rPr lang="ru-RU"/>
              <a:t>Оценка — это не поиск лучшего</a:t>
            </a:r>
            <a:endParaRPr/>
          </a:p>
        </p:txBody>
      </p:sp>
      <p:sp>
        <p:nvSpPr>
          <p:cNvPr id="1837128606" name="Прямоугольник: скругленные углы 5"/>
          <p:cNvSpPr/>
          <p:nvPr/>
        </p:nvSpPr>
        <p:spPr bwMode="auto">
          <a:xfrm flipH="0" flipV="0">
            <a:off x="429767" y="1307592"/>
            <a:ext cx="5876034" cy="3703320"/>
          </a:xfrm>
          <a:prstGeom prst="roundRect">
            <a:avLst>
              <a:gd name="adj" fmla="val 3429"/>
            </a:avLst>
          </a:prstGeom>
          <a:solidFill>
            <a:srgbClr val="EBF2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t"/>
          <a:lstStyle/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6"/>
              </a:spcAft>
              <a:buClr>
                <a:schemeClr val="bg2"/>
              </a:buClr>
              <a:buChar char="+"/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ru-RU" sz="2000" b="1" i="0" u="none" strike="noStrike" cap="none" spc="0">
                              <a:solidFill>
                                <a:schemeClr val="accent4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b"/>
                            </m:rPr>
                            <a:rPr lang="ru-RU" sz="2000" u="none" strike="noStrike" cap="none" spc="0">
                              <a:solidFill>
                                <a:schemeClr val="accent4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v</m:t>
                          </m:r>
                        </m:e>
                        <m:sub>
                          <m:r>
                            <m:rPr>
                              <m:sty m:val="b"/>
                            </m:rPr>
                            <a:rPr lang="ru-RU" sz="2000" u="none" strike="noStrike" cap="none" spc="0">
                              <a:solidFill>
                                <a:schemeClr val="accent4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π</m:t>
                          </m:r>
                        </m:sub>
                      </m:sSub>
                    </m:oMath>
                  </m:oMathPara>
                </a14:m>
              </mc:Choice>
              <mc:Fallback/>
            </mc:AlternateContent>
            <a:r>
              <a:rPr lang="ru-RU" sz="2000" b="1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 </a:t>
            </a:r>
            <a:r>
              <a:rPr lang="ru-RU" sz="200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— ценность заданной стратегии; </a:t>
            </a:r>
            <a:br>
              <a:rPr lang="ru-RU" sz="200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</a:br>
            <a:r>
              <a:rPr lang="ru-RU" sz="2000" b="1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v</a:t>
            </a:r>
            <a:r>
              <a:rPr lang="en-US" sz="2000" b="1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*</a:t>
            </a:r>
            <a:r>
              <a:rPr lang="ru-RU" sz="200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 — максимум по всем. </a:t>
            </a:r>
            <a:br>
              <a:rPr lang="ru-RU" sz="200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</a:br>
            <a:r>
              <a:rPr lang="ru-RU" sz="200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Совпадают только у оптимальной.</a:t>
            </a:r>
            <a:endParaRPr lang="ru-RU" sz="200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6"/>
              </a:spcAft>
              <a:buClr>
                <a:schemeClr val="bg2"/>
              </a:buClr>
              <a:buChar char="+"/>
              <a:defRPr/>
            </a:pPr>
            <a:r>
              <a:rPr lang="ru-RU" sz="2000" b="1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Оценка ничего не исправляет:</a:t>
            </a:r>
            <a:r>
              <a:rPr lang="ru-RU" sz="200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 она честно считает, сколько стоит текущее правило.</a:t>
            </a:r>
            <a:endParaRPr lang="ru-RU" sz="200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6"/>
              </a:spcAft>
              <a:buClr>
                <a:schemeClr val="bg2"/>
              </a:buClr>
              <a:buChar char="+"/>
              <a:defRPr/>
            </a:pPr>
            <a:r>
              <a:rPr lang="ru-RU" sz="2000" b="1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Ошибка новичка — ждать, что оценка сама подскажет хорошее действие:</a:t>
            </a:r>
            <a:r>
              <a:rPr lang="ru-RU" sz="200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 </a:t>
            </a:r>
            <a:br>
              <a:rPr lang="ru-RU" sz="200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</a:br>
            <a:r>
              <a:rPr lang="ru-RU" sz="200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за это отвечает улучшение (</a:t>
            </a:r>
            <a:r>
              <a:rPr lang="ru-RU" sz="2000" i="1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поговорим далее</a:t>
            </a:r>
            <a:r>
              <a:rPr lang="ru-RU" sz="200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).</a:t>
            </a:r>
            <a:endParaRPr lang="ru-RU" sz="200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</p:txBody>
      </p:sp>
      <p:sp>
        <p:nvSpPr>
          <p:cNvPr id="771962980" name="Прямоугольник: скругленные углы 2"/>
          <p:cNvSpPr/>
          <p:nvPr/>
        </p:nvSpPr>
        <p:spPr bwMode="auto">
          <a:xfrm>
            <a:off x="429768" y="5839382"/>
            <a:ext cx="11331575" cy="618158"/>
          </a:xfrm>
          <a:prstGeom prst="roundRect">
            <a:avLst>
              <a:gd name="adj" fmla="val 10630"/>
            </a:avLst>
          </a:prstGeom>
          <a:solidFill>
            <a:srgbClr val="00AD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tIns="144000" rIns="144000" bIns="144000" rtlCol="0" anchor="t">
            <a:spAutoFit/>
          </a:bodyPr>
          <a:lstStyle/>
          <a:p>
            <a:pPr>
              <a:spcAft>
                <a:spcPts val="300"/>
              </a:spcAft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ru-RU" sz="1800" b="1" i="0" u="none" strike="noStrike" cap="none" spc="0">
                              <a:solidFill>
                                <a:schemeClr val="lt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b"/>
                            </m:rPr>
                            <a:rPr lang="ru-RU" sz="1800" u="none" strike="noStrike" cap="none" spc="0">
                              <a:solidFill>
                                <a:schemeClr val="lt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v</m:t>
                          </m:r>
                        </m:e>
                        <m:sub>
                          <m:r>
                            <m:rPr>
                              <m:sty m:val="b"/>
                            </m:rPr>
                            <a:rPr lang="ru-RU" sz="1800" u="none" strike="noStrike" cap="none" spc="0">
                              <a:solidFill>
                                <a:schemeClr val="lt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π</m:t>
                          </m:r>
                        </m:sub>
                      </m:sSub>
                    </m:oMath>
                  </m:oMathPara>
                </a14:m>
              </mc:Choice>
              <mc:Fallback/>
            </mc:AlternateContent>
            <a:r>
              <a:rPr lang="ru-RU" b="1">
                <a:latin typeface="Arial"/>
              </a:rPr>
              <a:t> ≠ v</a:t>
            </a:r>
            <a:r>
              <a:rPr lang="en-US" b="1">
                <a:latin typeface="Arial"/>
              </a:rPr>
              <a:t>*</a:t>
            </a:r>
            <a:r>
              <a:rPr lang="ru-RU" b="1">
                <a:latin typeface="Arial"/>
              </a:rPr>
              <a:t>: измеряем одно, искать лучшее — другое</a:t>
            </a:r>
            <a:endParaRPr lang="ru-RU" sz="1600" b="1">
              <a:latin typeface="Arial"/>
            </a:endParaRPr>
          </a:p>
        </p:txBody>
      </p:sp>
      <p:pic>
        <p:nvPicPr>
          <p:cNvPr id="1753913113" name="Рисунок 3" descr="imag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85216" y="5914461"/>
            <a:ext cx="468000" cy="468000"/>
          </a:xfrm>
          <a:prstGeom prst="rect">
            <a:avLst/>
          </a:prstGeom>
        </p:spPr>
      </p:pic>
      <p:pic>
        <p:nvPicPr>
          <p:cNvPr id="1130804287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6475892" y="985410"/>
            <a:ext cx="4637767" cy="463776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7709647" name="Заголовок 1"/>
          <p:cNvSpPr>
            <a:spLocks noGrp="1"/>
          </p:cNvSpPr>
          <p:nvPr>
            <p:ph type="title"/>
          </p:nvPr>
        </p:nvSpPr>
        <p:spPr bwMode="auto">
          <a:xfrm>
            <a:off x="429768" y="420624"/>
            <a:ext cx="9610344" cy="374904"/>
          </a:xfrm>
        </p:spPr>
        <p:txBody>
          <a:bodyPr/>
          <a:lstStyle/>
          <a:p>
            <a:pPr>
              <a:defRPr/>
            </a:pPr>
            <a:r>
              <a:rPr lang="ru-RU"/>
              <a:t>Что мы получили в блоке 1</a:t>
            </a:r>
            <a:endParaRPr/>
          </a:p>
        </p:txBody>
      </p:sp>
      <p:sp>
        <p:nvSpPr>
          <p:cNvPr id="907733521" name="Прямоугольник: скругленные углы 5"/>
          <p:cNvSpPr/>
          <p:nvPr/>
        </p:nvSpPr>
        <p:spPr bwMode="auto">
          <a:xfrm flipH="0" flipV="0">
            <a:off x="430751" y="1376361"/>
            <a:ext cx="6079158" cy="3703320"/>
          </a:xfrm>
          <a:prstGeom prst="roundRect">
            <a:avLst>
              <a:gd name="adj" fmla="val 3429"/>
            </a:avLst>
          </a:prstGeom>
          <a:solidFill>
            <a:srgbClr val="EBF2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t"/>
          <a:lstStyle/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6"/>
              </a:spcAft>
              <a:buClr>
                <a:schemeClr val="bg2"/>
              </a:buClr>
              <a:buChar char="+"/>
              <a:defRPr/>
            </a:pPr>
            <a:r>
              <a:rPr lang="ru-RU" sz="20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Число зависит от </a:t>
            </a:r>
            <a:r>
              <a:rPr lang="ru-RU" sz="2000" b="1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стратегии</a:t>
            </a:r>
            <a:r>
              <a:rPr lang="ru-RU" sz="20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, а не от </a:t>
            </a:r>
            <a:r>
              <a:rPr lang="ru-RU" sz="2000" b="1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задачи</a:t>
            </a:r>
            <a:r>
              <a:rPr lang="ru-RU" sz="20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.</a:t>
            </a:r>
            <a:endParaRPr lang="ru-RU" sz="20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6"/>
              </a:spcAft>
              <a:buClr>
                <a:schemeClr val="bg2"/>
              </a:buClr>
              <a:buChar char="+"/>
              <a:defRPr/>
            </a:pPr>
            <a:r>
              <a:rPr lang="ru-RU" sz="20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Получать его мы пока не умеем — только простой случай, петля у стены.</a:t>
            </a:r>
            <a:endParaRPr lang="ru-RU" sz="20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6"/>
              </a:spcAft>
              <a:buClr>
                <a:schemeClr val="bg2"/>
              </a:buClr>
              <a:buChar char="+"/>
              <a:defRPr/>
            </a:pPr>
            <a:r>
              <a:rPr lang="ru-RU" sz="20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В блоке 2 научимся: посчитаем по шагам.</a:t>
            </a:r>
            <a:endParaRPr lang="ru-RU" sz="20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</p:txBody>
      </p:sp>
      <p:sp>
        <p:nvSpPr>
          <p:cNvPr id="577035740" name="Прямоугольник: скругленные углы 2"/>
          <p:cNvSpPr/>
          <p:nvPr/>
        </p:nvSpPr>
        <p:spPr bwMode="auto">
          <a:xfrm>
            <a:off x="430751" y="5455224"/>
            <a:ext cx="11330496" cy="697530"/>
          </a:xfrm>
          <a:prstGeom prst="roundRect">
            <a:avLst>
              <a:gd name="adj" fmla="val 10630"/>
            </a:avLst>
          </a:prstGeom>
          <a:solidFill>
            <a:srgbClr val="00AD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tIns="144000" rIns="144000" bIns="144000" rtlCol="0" anchor="t">
            <a:spAutoFit/>
          </a:bodyPr>
          <a:lstStyle/>
          <a:p>
            <a:pPr>
              <a:spcAft>
                <a:spcPts val="300"/>
              </a:spcAft>
              <a:defRPr/>
            </a:pPr>
            <a:r>
              <a:rPr lang="ru-RU" sz="2400" b="1">
                <a:latin typeface="Arial"/>
              </a:rPr>
              <a:t>Оценка — фундамент всех методов обучения с подкреплением</a:t>
            </a:r>
            <a:endParaRPr lang="ru-RU" sz="2200" b="1">
              <a:latin typeface="Arial"/>
            </a:endParaRPr>
          </a:p>
        </p:txBody>
      </p:sp>
      <p:pic>
        <p:nvPicPr>
          <p:cNvPr id="1844615103" name="Рисунок 3" descr="imag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86198" y="5569989"/>
            <a:ext cx="468000" cy="468000"/>
          </a:xfrm>
          <a:prstGeom prst="rect">
            <a:avLst/>
          </a:prstGeom>
        </p:spPr>
      </p:pic>
      <p:pic>
        <p:nvPicPr>
          <p:cNvPr id="1519847681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7123622" y="1065892"/>
            <a:ext cx="4506662" cy="415017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4666143" name="Заголовок 1"/>
          <p:cNvSpPr>
            <a:spLocks noGrp="1"/>
          </p:cNvSpPr>
          <p:nvPr>
            <p:ph type="title"/>
          </p:nvPr>
        </p:nvSpPr>
        <p:spPr bwMode="auto">
          <a:xfrm>
            <a:off x="429768" y="420624"/>
            <a:ext cx="9610344" cy="374904"/>
          </a:xfrm>
        </p:spPr>
        <p:txBody>
          <a:bodyPr/>
          <a:lstStyle/>
          <a:p>
            <a:pPr>
              <a:defRPr/>
            </a:pPr>
            <a:r>
              <a:rPr lang="ru-RU"/>
              <a:t>Почему нельзя посчитать «в лоб»</a:t>
            </a:r>
            <a:endParaRPr/>
          </a:p>
        </p:txBody>
      </p:sp>
      <p:sp>
        <p:nvSpPr>
          <p:cNvPr id="1486578366" name="Прямоугольник: скругленные углы 5"/>
          <p:cNvSpPr/>
          <p:nvPr/>
        </p:nvSpPr>
        <p:spPr bwMode="auto">
          <a:xfrm flipH="0" flipV="0">
            <a:off x="429767" y="1051560"/>
            <a:ext cx="11329416" cy="2463436"/>
          </a:xfrm>
          <a:prstGeom prst="roundRect">
            <a:avLst>
              <a:gd name="adj" fmla="val 3429"/>
            </a:avLst>
          </a:prstGeom>
          <a:solidFill>
            <a:srgbClr val="EBF2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t"/>
          <a:lstStyle/>
          <a:p>
            <a:pPr>
              <a:defRPr/>
            </a:pPr>
            <a:r>
              <a:rPr lang="ru-RU" sz="22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Уравнение Беллмана </a:t>
            </a:r>
            <a:r>
              <a:rPr lang="ru-RU" sz="2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— не одно уравнение, а система: по одному на каждую клетку.</a:t>
            </a:r>
            <a:endParaRPr sz="22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ru-RU" sz="22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11 играющих клеток </a:t>
            </a:r>
            <a:r>
              <a:rPr lang="ru-RU" sz="2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— 11 уравнений, и все неизвестные связаны переходами: чтобы узнать одну клетку, нужны соседние.</a:t>
            </a:r>
            <a:endParaRPr sz="22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spcAft>
                <a:spcPts val="600"/>
              </a:spcAft>
              <a:defRPr/>
            </a:pPr>
            <a:r>
              <a:rPr lang="ru-RU" sz="22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Решение существует и единственное (при γ &lt; 1) </a:t>
            </a:r>
            <a:r>
              <a:rPr lang="ru-RU" sz="2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— но это описание ответа, </a:t>
            </a:r>
            <a:br>
              <a:rPr lang="ru-RU" sz="2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</a:br>
            <a:r>
              <a:rPr lang="ru-RU" sz="22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а не способ его получить.</a:t>
            </a:r>
            <a:endParaRPr sz="2800" b="0">
              <a:solidFill>
                <a:schemeClr val="tx1"/>
              </a:solidFill>
            </a:endParaRPr>
          </a:p>
        </p:txBody>
      </p:sp>
      <p:sp>
        <p:nvSpPr>
          <p:cNvPr id="1378307026" name="Прямоугольник: скругленные углы 2"/>
          <p:cNvSpPr/>
          <p:nvPr/>
        </p:nvSpPr>
        <p:spPr bwMode="auto">
          <a:xfrm>
            <a:off x="430751" y="5569989"/>
            <a:ext cx="11330496" cy="697530"/>
          </a:xfrm>
          <a:prstGeom prst="roundRect">
            <a:avLst>
              <a:gd name="adj" fmla="val 10630"/>
            </a:avLst>
          </a:prstGeom>
          <a:solidFill>
            <a:srgbClr val="00AD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tIns="144000" rIns="144000" bIns="144000" rtlCol="0" anchor="t">
            <a:spAutoFit/>
          </a:bodyPr>
          <a:lstStyle/>
          <a:p>
            <a:pPr>
              <a:spcAft>
                <a:spcPts val="300"/>
              </a:spcAft>
              <a:defRPr/>
            </a:pPr>
            <a:r>
              <a:rPr lang="ru-RU" sz="2400" b="1">
                <a:latin typeface="Arial"/>
              </a:rPr>
              <a:t>Уравнение есть — метода пока нет</a:t>
            </a:r>
            <a:endParaRPr lang="ru-RU" sz="2200" b="1">
              <a:latin typeface="Arial"/>
            </a:endParaRPr>
          </a:p>
        </p:txBody>
      </p:sp>
      <p:pic>
        <p:nvPicPr>
          <p:cNvPr id="754271333" name="Рисунок 3" descr="imag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86198" y="5684754"/>
            <a:ext cx="468000" cy="468000"/>
          </a:xfrm>
          <a:prstGeom prst="rect">
            <a:avLst/>
          </a:prstGeom>
        </p:spPr>
      </p:pic>
      <p:pic>
        <p:nvPicPr>
          <p:cNvPr id="1487276830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2051583" y="3514996"/>
            <a:ext cx="8483773" cy="197791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5924796" name="Заголовок 1"/>
          <p:cNvSpPr>
            <a:spLocks noGrp="1"/>
          </p:cNvSpPr>
          <p:nvPr>
            <p:ph type="title"/>
          </p:nvPr>
        </p:nvSpPr>
        <p:spPr bwMode="auto">
          <a:xfrm>
            <a:off x="429768" y="420624"/>
            <a:ext cx="9610344" cy="374904"/>
          </a:xfrm>
        </p:spPr>
        <p:txBody>
          <a:bodyPr/>
          <a:lstStyle/>
          <a:p>
            <a:pPr>
              <a:defRPr/>
            </a:pPr>
            <a:r>
              <a:rPr lang="ru-RU"/>
              <a:t>Цена формулы</a:t>
            </a:r>
            <a:endParaRPr/>
          </a:p>
        </p:txBody>
      </p:sp>
      <p:sp>
        <p:nvSpPr>
          <p:cNvPr id="1451428032" name="Прямоугольник: скругленные углы 5"/>
          <p:cNvSpPr/>
          <p:nvPr/>
        </p:nvSpPr>
        <p:spPr bwMode="auto">
          <a:xfrm flipH="0" flipV="0">
            <a:off x="457199" y="1325880"/>
            <a:ext cx="4385835" cy="4094298"/>
          </a:xfrm>
          <a:prstGeom prst="roundRect">
            <a:avLst>
              <a:gd name="adj" fmla="val 3429"/>
            </a:avLst>
          </a:prstGeom>
          <a:solidFill>
            <a:srgbClr val="EBF2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t"/>
          <a:lstStyle/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6"/>
              </a:spcAft>
              <a:buClr>
                <a:schemeClr val="bg2"/>
              </a:buClr>
              <a:buChar char="+"/>
              <a:defRPr/>
            </a:pPr>
            <a:r>
              <a:rPr lang="ru-RU" sz="2000" b="1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Решать систему целиком — дорого</a:t>
            </a:r>
            <a:r>
              <a:rPr lang="ru-RU" sz="200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: для миллиона состояний такой матрицы просто не бывает.</a:t>
            </a:r>
            <a:endParaRPr lang="ru-RU" sz="200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6"/>
              </a:spcAft>
              <a:buClr>
                <a:schemeClr val="bg2"/>
              </a:buClr>
              <a:buChar char="+"/>
              <a:defRPr/>
            </a:pPr>
            <a:r>
              <a:rPr lang="ru-RU" sz="200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И всё это заново для каждой новой стратегии — а </a:t>
            </a:r>
            <a:r>
              <a:rPr lang="ru-RU" sz="2000" b="1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в цикле их будет много</a:t>
            </a:r>
            <a:r>
              <a:rPr lang="ru-RU" sz="20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.</a:t>
            </a:r>
            <a:endParaRPr sz="2800">
              <a:solidFill>
                <a:schemeClr val="tx1"/>
              </a:solidFill>
            </a:endParaRPr>
          </a:p>
        </p:txBody>
      </p:sp>
      <p:sp>
        <p:nvSpPr>
          <p:cNvPr id="2087310365" name="Прямоугольник: скругленные углы 2"/>
          <p:cNvSpPr/>
          <p:nvPr/>
        </p:nvSpPr>
        <p:spPr bwMode="auto">
          <a:xfrm>
            <a:off x="429768" y="5821243"/>
            <a:ext cx="11330136" cy="600019"/>
          </a:xfrm>
          <a:prstGeom prst="roundRect">
            <a:avLst>
              <a:gd name="adj" fmla="val 10630"/>
            </a:avLst>
          </a:prstGeom>
          <a:solidFill>
            <a:srgbClr val="00AD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tIns="144000" rIns="144000" bIns="144000" rtlCol="0" anchor="t">
            <a:spAutoFit/>
          </a:bodyPr>
          <a:lstStyle/>
          <a:p>
            <a:pPr>
              <a:spcAft>
                <a:spcPts val="300"/>
              </a:spcAft>
              <a:defRPr/>
            </a:pPr>
            <a:r>
              <a:rPr lang="ru-RU" sz="1800" b="1" i="0" u="none" strike="noStrike" cap="none" spc="0">
                <a:solidFill>
                  <a:schemeClr val="lt1"/>
                </a:solidFill>
                <a:latin typeface="Arial"/>
                <a:ea typeface="Arial"/>
                <a:cs typeface="Arial"/>
              </a:rPr>
              <a:t>Формула есть — метода нет</a:t>
            </a:r>
            <a:endParaRPr lang="ru-RU" sz="1600" b="1">
              <a:latin typeface="Arial"/>
            </a:endParaRPr>
          </a:p>
        </p:txBody>
      </p:sp>
      <p:pic>
        <p:nvPicPr>
          <p:cNvPr id="946614250" name="Рисунок 3" descr="imag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85216" y="5887252"/>
            <a:ext cx="468000" cy="468000"/>
          </a:xfrm>
          <a:prstGeom prst="rect">
            <a:avLst/>
          </a:prstGeom>
        </p:spPr>
      </p:pic>
      <p:pic>
        <p:nvPicPr>
          <p:cNvPr id="2087591586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4937310" y="1221195"/>
            <a:ext cx="6747724" cy="430366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2258555" name="Заголовок 1"/>
          <p:cNvSpPr>
            <a:spLocks noGrp="1"/>
          </p:cNvSpPr>
          <p:nvPr>
            <p:ph type="title"/>
          </p:nvPr>
        </p:nvSpPr>
        <p:spPr bwMode="auto">
          <a:xfrm>
            <a:off x="429768" y="420624"/>
            <a:ext cx="9610344" cy="374904"/>
          </a:xfrm>
        </p:spPr>
        <p:txBody>
          <a:bodyPr/>
          <a:lstStyle/>
          <a:p>
            <a:pPr>
              <a:defRPr/>
            </a:pPr>
            <a:r>
              <a:rPr lang="ru-RU"/>
              <a:t>Идея итерации: подставляем прошлое</a:t>
            </a:r>
            <a:endParaRPr/>
          </a:p>
        </p:txBody>
      </p:sp>
      <p:sp>
        <p:nvSpPr>
          <p:cNvPr id="278189626" name="Прямоугольник: скругленные углы 5"/>
          <p:cNvSpPr/>
          <p:nvPr/>
        </p:nvSpPr>
        <p:spPr bwMode="auto">
          <a:xfrm flipH="0" flipV="0">
            <a:off x="429767" y="1666058"/>
            <a:ext cx="4363156" cy="3657600"/>
          </a:xfrm>
          <a:prstGeom prst="roundRect">
            <a:avLst>
              <a:gd name="adj" fmla="val 3429"/>
            </a:avLst>
          </a:prstGeom>
          <a:solidFill>
            <a:srgbClr val="EBF2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t"/>
          <a:lstStyle/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6"/>
              </a:spcAft>
              <a:buClr>
                <a:schemeClr val="bg2"/>
              </a:buClr>
              <a:buChar char="+"/>
              <a:defRPr/>
            </a:pPr>
            <a: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Н</a:t>
            </a:r>
            <a: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а</a:t>
            </a:r>
            <a:r>
              <a:rPr lang="ru-RU" sz="180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чинаем с произвольных оценок — обычно с нулей.</a:t>
            </a:r>
            <a:endParaRPr lang="ru-RU" sz="180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6"/>
              </a:spcAft>
              <a:buClr>
                <a:schemeClr val="bg2"/>
              </a:buClr>
              <a:buChar char="+"/>
              <a:defRPr/>
            </a:pPr>
            <a:r>
              <a:rPr lang="ru-RU" sz="180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Подставляем их в правую часть уравнения — получаем новое приближение.</a:t>
            </a:r>
            <a:endParaRPr lang="ru-RU" sz="180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6"/>
              </a:spcAft>
              <a:buClr>
                <a:schemeClr val="bg2"/>
              </a:buClr>
              <a:buChar char="+"/>
              <a:defRPr/>
            </a:pPr>
            <a:r>
              <a:rPr lang="ru-RU" sz="180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Повторяем: v₀ → v₁ → v₂ → … </a:t>
            </a:r>
            <a:br>
              <a:rPr lang="ru-RU" sz="180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</a:br>
            <a:r>
              <a:rPr lang="ru-RU" sz="180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и так до сходимости.</a:t>
            </a:r>
            <a:endParaRPr lang="ru-RU" sz="180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6"/>
              </a:spcAft>
              <a:buClr>
                <a:schemeClr val="bg2"/>
              </a:buClr>
              <a:buChar char="+"/>
              <a:defRPr/>
            </a:pPr>
            <a:r>
              <a:rPr lang="ru-RU" sz="180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Плохая начальная догадка стоит лишних проходов, но ответ </a:t>
            </a:r>
            <a:br>
              <a:rPr lang="ru-RU" sz="180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</a:br>
            <a:r>
              <a:rPr lang="ru-RU" sz="180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не меняет.</a:t>
            </a:r>
            <a:endParaRPr lang="ru-RU" sz="180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</p:txBody>
      </p:sp>
      <p:sp>
        <p:nvSpPr>
          <p:cNvPr id="1843327704" name="Прямоугольник: скругленные углы 2"/>
          <p:cNvSpPr/>
          <p:nvPr/>
        </p:nvSpPr>
        <p:spPr bwMode="auto">
          <a:xfrm>
            <a:off x="429768" y="5553737"/>
            <a:ext cx="11330136" cy="665026"/>
          </a:xfrm>
          <a:prstGeom prst="roundRect">
            <a:avLst>
              <a:gd name="adj" fmla="val 10630"/>
            </a:avLst>
          </a:prstGeom>
          <a:solidFill>
            <a:srgbClr val="00AD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tIns="144000" rIns="144000" bIns="144000" rtlCol="0" anchor="t">
            <a:spAutoFit/>
          </a:bodyPr>
          <a:lstStyle/>
          <a:p>
            <a:pPr>
              <a:spcAft>
                <a:spcPts val="300"/>
              </a:spcAft>
              <a:defRPr/>
            </a:pPr>
            <a:r>
              <a:rPr lang="ru-RU" sz="2200" b="1">
                <a:latin typeface="Arial"/>
              </a:rPr>
              <a:t>Ответ получаем подстановкой, а не развязыванием системы</a:t>
            </a:r>
            <a:endParaRPr lang="ru-RU" sz="2000" b="1">
              <a:latin typeface="Arial"/>
            </a:endParaRPr>
          </a:p>
        </p:txBody>
      </p:sp>
      <p:pic>
        <p:nvPicPr>
          <p:cNvPr id="505758924" name="Рисунок 3" descr="imag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85216" y="5652250"/>
            <a:ext cx="468000" cy="468000"/>
          </a:xfrm>
          <a:prstGeom prst="rect">
            <a:avLst/>
          </a:prstGeom>
        </p:spPr>
      </p:pic>
      <p:pic>
        <p:nvPicPr>
          <p:cNvPr id="161672352" name=""/>
          <p:cNvPicPr>
            <a:picLocks noChangeAspect="1"/>
          </p:cNvPicPr>
          <p:nvPr/>
        </p:nvPicPr>
        <p:blipFill rotWithShape="1">
          <a:blip r:embed="rId4"/>
          <a:srcRect l="0" t="0" r="0" b="14168"/>
          <a:stretch/>
        </p:blipFill>
        <p:spPr bwMode="auto">
          <a:xfrm flipH="0" flipV="0">
            <a:off x="4779130" y="1450294"/>
            <a:ext cx="7229171" cy="39574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527347" name="Заголовок 1"/>
          <p:cNvSpPr>
            <a:spLocks noGrp="1"/>
          </p:cNvSpPr>
          <p:nvPr>
            <p:ph type="title"/>
          </p:nvPr>
        </p:nvSpPr>
        <p:spPr bwMode="auto">
          <a:xfrm>
            <a:off x="429768" y="420624"/>
            <a:ext cx="9610344" cy="374904"/>
          </a:xfrm>
        </p:spPr>
        <p:txBody>
          <a:bodyPr/>
          <a:lstStyle/>
          <a:p>
            <a:pPr>
              <a:defRPr/>
            </a:pPr>
            <a:r>
              <a:rPr lang="ru-RU"/>
              <a:t>Почему итерации можно верить</a:t>
            </a:r>
            <a:endParaRPr/>
          </a:p>
        </p:txBody>
      </p:sp>
      <p:sp>
        <p:nvSpPr>
          <p:cNvPr id="1168473486" name="Прямоугольник: скругленные углы 5"/>
          <p:cNvSpPr/>
          <p:nvPr/>
        </p:nvSpPr>
        <p:spPr bwMode="auto">
          <a:xfrm flipH="0" flipV="0">
            <a:off x="457200" y="941160"/>
            <a:ext cx="4499228" cy="4819196"/>
          </a:xfrm>
          <a:prstGeom prst="roundRect">
            <a:avLst>
              <a:gd name="adj" fmla="val 3429"/>
            </a:avLst>
          </a:prstGeom>
          <a:solidFill>
            <a:srgbClr val="EBF2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t"/>
          <a:lstStyle/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6"/>
              </a:spcAft>
              <a:buClr>
                <a:schemeClr val="bg2"/>
              </a:buClr>
              <a:buChar char="+"/>
              <a:defRPr/>
            </a:pPr>
            <a:r>
              <a:rPr lang="ru-RU" sz="1800" b="1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Оператор Беллмана сжимает:</a:t>
            </a:r>
            <a: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 две любые оценки после прохода сближаются — при γ = 0,9 разница умножается не более чем на 0,9.</a:t>
            </a:r>
            <a:endParaRPr lang="ru-RU" sz="18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6"/>
              </a:spcAft>
              <a:buClr>
                <a:schemeClr val="bg2"/>
              </a:buClr>
              <a:buChar char="+"/>
              <a:defRPr/>
            </a:pPr>
            <a: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Отсюда сразу три вещи: </a:t>
            </a:r>
            <a:endParaRPr lang="ru-RU" sz="1800" b="0" i="0" u="none" strike="noStrike" cap="none" spc="0">
              <a:solidFill>
                <a:schemeClr val="accent4"/>
              </a:solidFill>
              <a:latin typeface="Arial"/>
              <a:ea typeface="Arial"/>
              <a:cs typeface="Arial"/>
            </a:endParaRPr>
          </a:p>
          <a:p>
            <a:pPr marL="580031" marR="0" lvl="1" indent="-179982" algn="l">
              <a:lnSpc>
                <a:spcPct val="100000"/>
              </a:lnSpc>
              <a:spcBef>
                <a:spcPts val="0"/>
              </a:spcBef>
              <a:spcAft>
                <a:spcPts val="596"/>
              </a:spcAft>
              <a:buClr>
                <a:schemeClr val="bg2"/>
              </a:buClr>
              <a:buChar char="+"/>
              <a:defRPr/>
            </a:pPr>
            <a: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решение единственное, </a:t>
            </a:r>
            <a:endParaRPr lang="ru-RU" sz="1800" b="0" i="0" u="none" strike="noStrike" cap="none" spc="0">
              <a:solidFill>
                <a:schemeClr val="accent4"/>
              </a:solidFill>
              <a:latin typeface="Arial"/>
              <a:ea typeface="Arial"/>
              <a:cs typeface="Arial"/>
            </a:endParaRPr>
          </a:p>
          <a:p>
            <a:pPr marL="580031" marR="0" lvl="1" indent="-179982" algn="l">
              <a:lnSpc>
                <a:spcPct val="100000"/>
              </a:lnSpc>
              <a:spcBef>
                <a:spcPts val="0"/>
              </a:spcBef>
              <a:spcAft>
                <a:spcPts val="596"/>
              </a:spcAft>
              <a:buClr>
                <a:schemeClr val="bg2"/>
              </a:buClr>
              <a:buChar char="+"/>
              <a:defRPr/>
            </a:pPr>
            <a: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придём к нему из любого старта, </a:t>
            </a:r>
            <a:endParaRPr lang="ru-RU" sz="1800" b="0" i="0" u="none" strike="noStrike" cap="none" spc="0">
              <a:solidFill>
                <a:schemeClr val="accent4"/>
              </a:solidFill>
              <a:latin typeface="Arial"/>
              <a:ea typeface="Arial"/>
              <a:cs typeface="Arial"/>
            </a:endParaRPr>
          </a:p>
          <a:p>
            <a:pPr marL="580031" marR="0" lvl="1" indent="-179982" algn="l">
              <a:lnSpc>
                <a:spcPct val="100000"/>
              </a:lnSpc>
              <a:spcBef>
                <a:spcPts val="0"/>
              </a:spcBef>
              <a:spcAft>
                <a:spcPts val="596"/>
              </a:spcAft>
              <a:buClr>
                <a:schemeClr val="bg2"/>
              </a:buClr>
              <a:buChar char="+"/>
              <a:defRPr/>
            </a:pPr>
            <a: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ошибка убывает геометрически.</a:t>
            </a:r>
            <a:endParaRPr lang="ru-RU" sz="18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6"/>
              </a:spcAft>
              <a:buClr>
                <a:schemeClr val="bg2"/>
              </a:buClr>
              <a:buChar char="+"/>
              <a:defRPr/>
            </a:pPr>
            <a: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Это решение — неподвижная точка оператора, та самая, к которой сходится подстановка со слайда 12.</a:t>
            </a:r>
            <a:endParaRPr lang="ru-RU" sz="18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6"/>
              </a:spcAft>
              <a:buClr>
                <a:schemeClr val="bg2"/>
              </a:buClr>
              <a:buChar char="+"/>
              <a:defRPr/>
            </a:pPr>
            <a: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Если γ = 1 в непрерывной задаче — гарантий сходимости нет.</a:t>
            </a:r>
            <a:endParaRPr lang="ru-RU" sz="18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</p:txBody>
      </p:sp>
      <p:sp>
        <p:nvSpPr>
          <p:cNvPr id="42257178" name="Прямоугольник: скругленные углы 2"/>
          <p:cNvSpPr/>
          <p:nvPr/>
        </p:nvSpPr>
        <p:spPr bwMode="auto">
          <a:xfrm>
            <a:off x="429768" y="5886250"/>
            <a:ext cx="11330136" cy="665026"/>
          </a:xfrm>
          <a:prstGeom prst="roundRect">
            <a:avLst>
              <a:gd name="adj" fmla="val 10630"/>
            </a:avLst>
          </a:prstGeom>
          <a:solidFill>
            <a:srgbClr val="00AD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tIns="144000" rIns="144000" bIns="144000" rtlCol="0" anchor="t">
            <a:spAutoFit/>
          </a:bodyPr>
          <a:lstStyle/>
          <a:p>
            <a:pPr>
              <a:spcAft>
                <a:spcPts val="300"/>
              </a:spcAft>
              <a:defRPr/>
            </a:pPr>
            <a:r>
              <a:rPr lang="ru-RU" sz="2200" b="1">
                <a:latin typeface="Arial"/>
              </a:rPr>
              <a:t>Сходимость — следствие сжатия, а не удача</a:t>
            </a:r>
            <a:endParaRPr lang="ru-RU" sz="2000" b="1">
              <a:latin typeface="Arial"/>
            </a:endParaRPr>
          </a:p>
        </p:txBody>
      </p:sp>
      <p:pic>
        <p:nvPicPr>
          <p:cNvPr id="306918161" name="Рисунок 3" descr="imag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85216" y="5984764"/>
            <a:ext cx="468000" cy="468000"/>
          </a:xfrm>
          <a:prstGeom prst="rect">
            <a:avLst/>
          </a:prstGeom>
        </p:spPr>
      </p:pic>
      <p:pic>
        <p:nvPicPr>
          <p:cNvPr id="987930236" name=""/>
          <p:cNvPicPr>
            <a:picLocks noChangeAspect="1"/>
          </p:cNvPicPr>
          <p:nvPr/>
        </p:nvPicPr>
        <p:blipFill rotWithShape="1">
          <a:blip r:embed="rId4"/>
          <a:srcRect l="925" t="10723" r="1015" b="4471"/>
          <a:stretch/>
        </p:blipFill>
        <p:spPr bwMode="auto">
          <a:xfrm flipH="0" flipV="0">
            <a:off x="5079585" y="1542753"/>
            <a:ext cx="6555682" cy="36160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9964012" name="Заголовок 1"/>
          <p:cNvSpPr>
            <a:spLocks noGrp="1"/>
          </p:cNvSpPr>
          <p:nvPr>
            <p:ph type="title"/>
          </p:nvPr>
        </p:nvSpPr>
        <p:spPr bwMode="auto">
          <a:xfrm>
            <a:off x="429768" y="420624"/>
            <a:ext cx="9610344" cy="374904"/>
          </a:xfrm>
        </p:spPr>
        <p:txBody>
          <a:bodyPr/>
          <a:lstStyle/>
          <a:p>
            <a:pPr>
              <a:defRPr/>
            </a:pPr>
            <a:r>
              <a:rPr lang="ru-RU"/>
              <a:t>Правило обновления</a:t>
            </a:r>
            <a:endParaRPr/>
          </a:p>
        </p:txBody>
      </p:sp>
      <p:sp>
        <p:nvSpPr>
          <p:cNvPr id="1388223011" name="Прямоугольник: скругленные углы 5"/>
          <p:cNvSpPr/>
          <p:nvPr/>
        </p:nvSpPr>
        <p:spPr bwMode="auto">
          <a:xfrm flipH="0" flipV="0">
            <a:off x="429767" y="1051559"/>
            <a:ext cx="11329416" cy="1862636"/>
          </a:xfrm>
          <a:prstGeom prst="roundRect">
            <a:avLst>
              <a:gd name="adj" fmla="val 3429"/>
            </a:avLst>
          </a:prstGeom>
          <a:solidFill>
            <a:srgbClr val="EBF2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t"/>
          <a:lstStyle/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6"/>
              </a:spcAft>
              <a:buClr>
                <a:schemeClr val="bg2"/>
              </a:buClr>
              <a:buChar char="+"/>
              <a:defRPr/>
            </a:pPr>
            <a: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Новая оценка = награда за шаг плюс обесцененная старая оценка следующей клетки.</a:t>
            </a:r>
            <a:endParaRPr lang="ru-RU" sz="18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6"/>
              </a:spcAft>
              <a:buClr>
                <a:schemeClr val="bg2"/>
              </a:buClr>
              <a:buChar char="+"/>
              <a:defRPr/>
            </a:pPr>
            <a: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Внешняя сумма — действия так, как их выбирает стратегия; </a:t>
            </a:r>
            <a:b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</a:br>
            <a: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внутренняя — исходы шага так, как отвечает среда.</a:t>
            </a:r>
            <a:endParaRPr lang="ru-RU" sz="18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6"/>
              </a:spcAft>
              <a:buClr>
                <a:schemeClr val="bg2"/>
              </a:buClr>
              <a:buChar char="+"/>
              <a:defRPr/>
            </a:pPr>
            <a: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Индекс k: справа только прошлый проход — это синхронный вариант.</a:t>
            </a:r>
            <a:endParaRPr lang="ru-RU" sz="18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6"/>
              </a:spcAft>
              <a:buClr>
                <a:schemeClr val="bg2"/>
              </a:buClr>
              <a:buChar char="+"/>
              <a:defRPr/>
            </a:pPr>
            <a: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Терминальные состояния не обновляются: дальше эпизода нет.</a:t>
            </a:r>
            <a:endParaRPr lang="ru-RU" sz="18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</p:txBody>
      </p:sp>
      <p:sp>
        <p:nvSpPr>
          <p:cNvPr id="980191404" name="Прямоугольник: скругленные углы 2"/>
          <p:cNvSpPr/>
          <p:nvPr/>
        </p:nvSpPr>
        <p:spPr bwMode="auto">
          <a:xfrm>
            <a:off x="429768" y="5221224"/>
            <a:ext cx="11330136" cy="665026"/>
          </a:xfrm>
          <a:prstGeom prst="roundRect">
            <a:avLst>
              <a:gd name="adj" fmla="val 10630"/>
            </a:avLst>
          </a:prstGeom>
          <a:solidFill>
            <a:srgbClr val="00AD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tIns="144000" rIns="144000" bIns="144000" rtlCol="0" anchor="t">
            <a:spAutoFit/>
          </a:bodyPr>
          <a:lstStyle/>
          <a:p>
            <a:pPr>
              <a:spcAft>
                <a:spcPts val="300"/>
              </a:spcAft>
              <a:defRPr/>
            </a:pPr>
            <a:r>
              <a:rPr lang="ru-RU" sz="2200" b="1">
                <a:latin typeface="Arial"/>
              </a:rPr>
              <a:t>Один проход сдвигает информацию не дальше одного шага</a:t>
            </a:r>
            <a:endParaRPr lang="ru-RU" sz="2000" b="1">
              <a:latin typeface="Arial"/>
            </a:endParaRPr>
          </a:p>
        </p:txBody>
      </p:sp>
      <p:pic>
        <p:nvPicPr>
          <p:cNvPr id="221321160" name="Рисунок 3" descr="imag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85216" y="5319737"/>
            <a:ext cx="468000" cy="468000"/>
          </a:xfrm>
          <a:prstGeom prst="rect">
            <a:avLst/>
          </a:prstGeom>
        </p:spPr>
      </p:pic>
      <p:pic>
        <p:nvPicPr>
          <p:cNvPr id="513662432" name="Picture 2081775820" descr="f_update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1476755" y="3370897"/>
            <a:ext cx="9235440" cy="12332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7468158" name="Заголовок 1"/>
          <p:cNvSpPr>
            <a:spLocks noGrp="1"/>
          </p:cNvSpPr>
          <p:nvPr>
            <p:ph type="title"/>
          </p:nvPr>
        </p:nvSpPr>
        <p:spPr bwMode="auto">
          <a:xfrm flipH="0" flipV="0">
            <a:off x="429767" y="420624"/>
            <a:ext cx="9743451" cy="731879"/>
          </a:xfrm>
        </p:spPr>
        <p:txBody>
          <a:bodyPr/>
          <a:lstStyle/>
          <a:p>
            <a:pPr>
              <a:defRPr/>
            </a:pPr>
            <a:r>
              <a:rPr lang="ru-RU"/>
              <a:t>Первый проход на числах</a:t>
            </a:r>
            <a:r>
              <a:rPr lang="ru-RU"/>
              <a:t>: </a:t>
            </a:r>
            <a:r>
              <a:rPr lang="ru-RU" sz="30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откуда берётся первое число</a:t>
            </a:r>
            <a:endParaRPr/>
          </a:p>
        </p:txBody>
      </p:sp>
      <p:sp>
        <p:nvSpPr>
          <p:cNvPr id="1530412206" name="Прямоугольник: скругленные углы 5"/>
          <p:cNvSpPr/>
          <p:nvPr/>
        </p:nvSpPr>
        <p:spPr bwMode="auto">
          <a:xfrm flipH="0" flipV="0">
            <a:off x="457200" y="1325880"/>
            <a:ext cx="4249764" cy="4094298"/>
          </a:xfrm>
          <a:prstGeom prst="roundRect">
            <a:avLst>
              <a:gd name="adj" fmla="val 3429"/>
            </a:avLst>
          </a:prstGeom>
          <a:solidFill>
            <a:srgbClr val="EBF2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t"/>
          <a:lstStyle/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6"/>
              </a:spcAft>
              <a:buClr>
                <a:schemeClr val="bg2"/>
              </a:buClr>
              <a:buChar char="+"/>
              <a:defRPr/>
            </a:pPr>
            <a: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Стратегия: всегда вправо.</a:t>
            </a:r>
            <a:endParaRPr lang="ru-RU" sz="1800" i="0" u="none" strike="noStrike" cap="none" spc="0">
              <a:solidFill>
                <a:schemeClr val="accent4"/>
              </a:solidFill>
              <a:latin typeface="Arial"/>
              <a:ea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6"/>
              </a:spcAft>
              <a:buClr>
                <a:schemeClr val="bg2"/>
              </a:buClr>
              <a:buChar char="+"/>
              <a:defRPr/>
            </a:pPr>
            <a: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Старт с нулей: v₀ = 0 во всех клетках, а в выходе уже стоит 10 — считать там нечего.</a:t>
            </a:r>
            <a:endParaRPr lang="ru-RU" sz="1800" b="0" i="0" u="none" strike="noStrike" cap="none" spc="0">
              <a:solidFill>
                <a:schemeClr val="accent4"/>
              </a:solidFill>
              <a:latin typeface="Times New Roman"/>
              <a:cs typeface="Times New Roman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6"/>
              </a:spcAft>
              <a:buClr>
                <a:schemeClr val="bg2"/>
              </a:buClr>
              <a:buChar char="+"/>
              <a:defRPr/>
            </a:pPr>
            <a: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Один шаг из S11 ведёт в выход — подстановка в правило обновления даёт первое ненулевое число.</a:t>
            </a:r>
            <a:endParaRPr lang="ru-RU" sz="180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6"/>
              </a:spcAft>
              <a:buClr>
                <a:schemeClr val="bg2"/>
              </a:buClr>
              <a:buChar char="+"/>
              <a:defRPr/>
            </a:pPr>
            <a: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Каждый множитель строки взят </a:t>
            </a:r>
            <a:b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</a:br>
            <a: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из таблицы переходов, </a:t>
            </a:r>
            <a:b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</a:br>
            <a: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а не «с потолка».</a:t>
            </a:r>
            <a:endParaRPr lang="ru-RU" sz="180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</p:txBody>
      </p:sp>
      <p:sp>
        <p:nvSpPr>
          <p:cNvPr id="1361295403" name="Прямоугольник: скругленные углы 2"/>
          <p:cNvSpPr/>
          <p:nvPr/>
        </p:nvSpPr>
        <p:spPr bwMode="auto">
          <a:xfrm>
            <a:off x="429768" y="5787737"/>
            <a:ext cx="11330136" cy="665026"/>
          </a:xfrm>
          <a:prstGeom prst="roundRect">
            <a:avLst>
              <a:gd name="adj" fmla="val 10630"/>
            </a:avLst>
          </a:prstGeom>
          <a:solidFill>
            <a:srgbClr val="00AD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tIns="144000" rIns="144000" bIns="144000" rtlCol="0" anchor="t">
            <a:spAutoFit/>
          </a:bodyPr>
          <a:lstStyle/>
          <a:p>
            <a:pPr>
              <a:spcAft>
                <a:spcPts val="300"/>
              </a:spcAft>
              <a:defRPr/>
            </a:pPr>
            <a:r>
              <a:rPr lang="ru-RU" sz="2200" b="1">
                <a:latin typeface="Arial"/>
              </a:rPr>
              <a:t>Начали с нулей — и это нормально</a:t>
            </a:r>
            <a:endParaRPr lang="ru-RU" sz="2000" b="1">
              <a:latin typeface="Arial"/>
            </a:endParaRPr>
          </a:p>
        </p:txBody>
      </p:sp>
      <p:pic>
        <p:nvPicPr>
          <p:cNvPr id="622313901" name="Рисунок 3" descr="imag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85216" y="5886250"/>
            <a:ext cx="468000" cy="468000"/>
          </a:xfrm>
          <a:prstGeom prst="rect">
            <a:avLst/>
          </a:prstGeom>
        </p:spPr>
      </p:pic>
      <p:pic>
        <p:nvPicPr>
          <p:cNvPr id="684732938" name=""/>
          <p:cNvPicPr>
            <a:picLocks noChangeAspect="1"/>
          </p:cNvPicPr>
          <p:nvPr/>
        </p:nvPicPr>
        <p:blipFill rotWithShape="1">
          <a:blip r:embed="rId4"/>
          <a:srcRect l="925" t="0" r="909" b="10757"/>
          <a:stretch/>
        </p:blipFill>
        <p:spPr bwMode="auto">
          <a:xfrm flipH="0" flipV="0">
            <a:off x="4844662" y="1456480"/>
            <a:ext cx="6835962" cy="39636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2106883" name="Заголовок 1"/>
          <p:cNvSpPr>
            <a:spLocks noGrp="1"/>
          </p:cNvSpPr>
          <p:nvPr>
            <p:ph type="title"/>
          </p:nvPr>
        </p:nvSpPr>
        <p:spPr bwMode="auto">
          <a:xfrm flipH="0" flipV="0">
            <a:off x="429766" y="420624"/>
            <a:ext cx="9744171" cy="731879"/>
          </a:xfrm>
        </p:spPr>
        <p:txBody>
          <a:bodyPr/>
          <a:lstStyle/>
          <a:p>
            <a:pPr>
              <a:defRPr/>
            </a:pPr>
            <a:r>
              <a:rPr lang="ru-RU"/>
              <a:t>Первый проход на числах</a:t>
            </a:r>
            <a:r>
              <a:rPr lang="ru-RU"/>
              <a:t>: </a:t>
            </a:r>
            <a:r>
              <a:rPr lang="ru-RU" sz="30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что сдвинул один проход</a:t>
            </a:r>
            <a:endParaRPr/>
          </a:p>
        </p:txBody>
      </p:sp>
      <p:sp>
        <p:nvSpPr>
          <p:cNvPr id="332114090" name="Прямоугольник: скругленные углы 5"/>
          <p:cNvSpPr/>
          <p:nvPr/>
        </p:nvSpPr>
        <p:spPr bwMode="auto">
          <a:xfrm flipH="0" flipV="0">
            <a:off x="457200" y="1325880"/>
            <a:ext cx="4249764" cy="4094298"/>
          </a:xfrm>
          <a:prstGeom prst="roundRect">
            <a:avLst>
              <a:gd name="adj" fmla="val 3429"/>
            </a:avLst>
          </a:prstGeom>
          <a:solidFill>
            <a:srgbClr val="EBF2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t"/>
          <a:lstStyle/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6"/>
              </a:spcAft>
              <a:buClr>
                <a:schemeClr val="bg2"/>
              </a:buClr>
              <a:buChar char="+"/>
              <a:defRPr/>
            </a:pPr>
            <a: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Стратегия: всегда вправо.</a:t>
            </a:r>
            <a:endParaRPr lang="ru-RU" sz="1800" b="0" i="0" u="none" strike="noStrike" cap="none" spc="0">
              <a:solidFill>
                <a:schemeClr val="accent4"/>
              </a:solidFill>
              <a:latin typeface="Times New Roman"/>
              <a:cs typeface="Times New Roman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6"/>
              </a:spcAft>
              <a:buClr>
                <a:schemeClr val="bg2"/>
              </a:buClr>
              <a:buChar char="+"/>
              <a:defRPr/>
            </a:pPr>
            <a: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Ожили только соседи выхода: S11 — сразу, S8 — тихо, через снос.</a:t>
            </a:r>
            <a:endParaRPr lang="ru-RU" sz="1800" b="0" i="0" u="none" strike="noStrike" cap="none" spc="0">
              <a:solidFill>
                <a:schemeClr val="accent4"/>
              </a:solidFill>
              <a:latin typeface="Times New Roman"/>
              <a:cs typeface="Times New Roman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6"/>
              </a:spcAft>
              <a:buClr>
                <a:schemeClr val="bg2"/>
              </a:buClr>
              <a:buChar char="+"/>
              <a:defRPr/>
            </a:pPr>
            <a: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В остальных клетках пока −1 — это только плата за шаг, своей очереди они ждут.</a:t>
            </a:r>
            <a:endParaRPr lang="ru-RU" sz="1800" b="0" i="0" u="none" strike="noStrike" cap="none" spc="0">
              <a:solidFill>
                <a:schemeClr val="accent4"/>
              </a:solidFill>
              <a:latin typeface="Times New Roman"/>
              <a:cs typeface="Times New Roman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6"/>
              </a:spcAft>
              <a:buClr>
                <a:schemeClr val="bg2"/>
              </a:buClr>
              <a:buChar char="+"/>
              <a:defRPr/>
            </a:pPr>
            <a: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Мера движения за проход — самое большое изменение по клеткам: max|Δ| = 6,20.</a:t>
            </a:r>
            <a:endParaRPr lang="ru-RU" sz="180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</p:txBody>
      </p:sp>
      <p:sp>
        <p:nvSpPr>
          <p:cNvPr id="2114594353" name="Прямоугольник: скругленные углы 2"/>
          <p:cNvSpPr/>
          <p:nvPr/>
        </p:nvSpPr>
        <p:spPr bwMode="auto">
          <a:xfrm>
            <a:off x="429768" y="5787736"/>
            <a:ext cx="11330496" cy="665026"/>
          </a:xfrm>
          <a:prstGeom prst="roundRect">
            <a:avLst>
              <a:gd name="adj" fmla="val 10630"/>
            </a:avLst>
          </a:prstGeom>
          <a:solidFill>
            <a:srgbClr val="00AD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tIns="144000" rIns="144000" bIns="144000" rtlCol="0" anchor="t">
            <a:spAutoFit/>
          </a:bodyPr>
          <a:lstStyle/>
          <a:p>
            <a:pPr>
              <a:spcAft>
                <a:spcPts val="299"/>
              </a:spcAft>
              <a:defRPr/>
            </a:pPr>
            <a:r>
              <a:rPr lang="ru-RU" sz="2200" b="1" i="0" u="none" strike="noStrike" cap="none" spc="0">
                <a:solidFill>
                  <a:schemeClr val="lt1"/>
                </a:solidFill>
                <a:latin typeface="Arial"/>
                <a:ea typeface="Arial"/>
                <a:cs typeface="Arial"/>
              </a:rPr>
              <a:t>Один проход сдвигает информацию на один шаг</a:t>
            </a:r>
            <a:endParaRPr lang="ru-RU" sz="2000" b="1">
              <a:latin typeface="Arial"/>
            </a:endParaRPr>
          </a:p>
        </p:txBody>
      </p:sp>
      <p:pic>
        <p:nvPicPr>
          <p:cNvPr id="430065495" name="Рисунок 3" descr="imag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85216" y="5886250"/>
            <a:ext cx="468000" cy="468000"/>
          </a:xfrm>
          <a:prstGeom prst="rect">
            <a:avLst/>
          </a:prstGeom>
        </p:spPr>
      </p:pic>
      <p:pic>
        <p:nvPicPr>
          <p:cNvPr id="371868170" name=""/>
          <p:cNvPicPr>
            <a:picLocks noChangeAspect="1"/>
          </p:cNvPicPr>
          <p:nvPr/>
        </p:nvPicPr>
        <p:blipFill rotWithShape="1">
          <a:blip r:embed="rId4"/>
          <a:srcRect l="925" t="0" r="1015" b="6579"/>
          <a:stretch/>
        </p:blipFill>
        <p:spPr bwMode="auto">
          <a:xfrm flipH="0" flipV="0">
            <a:off x="4706964" y="1241243"/>
            <a:ext cx="7016831" cy="426357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3272509" name="Заголовок 1"/>
          <p:cNvSpPr>
            <a:spLocks noGrp="1"/>
          </p:cNvSpPr>
          <p:nvPr>
            <p:ph type="title"/>
          </p:nvPr>
        </p:nvSpPr>
        <p:spPr bwMode="auto">
          <a:xfrm>
            <a:off x="429768" y="420624"/>
            <a:ext cx="9610344" cy="374904"/>
          </a:xfrm>
        </p:spPr>
        <p:txBody>
          <a:bodyPr/>
          <a:lstStyle/>
          <a:p>
            <a:pPr>
              <a:defRPr/>
            </a:pPr>
            <a:r>
              <a:rPr lang="ru-RU"/>
              <a:t>Проходы на лабиринте</a:t>
            </a:r>
            <a:endParaRPr/>
          </a:p>
        </p:txBody>
      </p:sp>
      <p:sp>
        <p:nvSpPr>
          <p:cNvPr id="322793758" name="Прямоугольник: скругленные углы 5"/>
          <p:cNvSpPr/>
          <p:nvPr/>
        </p:nvSpPr>
        <p:spPr bwMode="auto">
          <a:xfrm flipH="0" flipV="0">
            <a:off x="457200" y="1325880"/>
            <a:ext cx="3898245" cy="4162334"/>
          </a:xfrm>
          <a:prstGeom prst="roundRect">
            <a:avLst>
              <a:gd name="adj" fmla="val 3429"/>
            </a:avLst>
          </a:prstGeom>
          <a:solidFill>
            <a:srgbClr val="EBF2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t"/>
          <a:lstStyle/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6"/>
              </a:spcAft>
              <a:buClr>
                <a:schemeClr val="bg2"/>
              </a:buClr>
              <a:buChar char="+"/>
              <a:defRPr/>
            </a:pPr>
            <a: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Стратегия «всегда вправо», старт с нулей — меняется только карта.</a:t>
            </a:r>
            <a:endParaRPr lang="ru-RU" sz="18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6"/>
              </a:spcAft>
              <a:buClr>
                <a:schemeClr val="bg2"/>
              </a:buClr>
              <a:buChar char="+"/>
              <a:defRPr/>
            </a:pPr>
            <a: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Изменение за проход тает геометрически — числа </a:t>
            </a:r>
            <a:b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</a:br>
            <a: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в таблице.</a:t>
            </a:r>
            <a:endParaRPr lang="ru-RU" sz="18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6"/>
              </a:spcAft>
              <a:buClr>
                <a:schemeClr val="bg2"/>
              </a:buClr>
              <a:buChar char="+"/>
              <a:defRPr/>
            </a:pPr>
            <a: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На 16-м проходе впервые меньше 0,1: дальше карта почти не движется.</a:t>
            </a:r>
            <a:endParaRPr lang="ru-RU" sz="18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</p:txBody>
      </p:sp>
      <p:sp>
        <p:nvSpPr>
          <p:cNvPr id="1205761553" name="Прямоугольник: скругленные углы 2"/>
          <p:cNvSpPr/>
          <p:nvPr/>
        </p:nvSpPr>
        <p:spPr bwMode="auto">
          <a:xfrm>
            <a:off x="465263" y="5689224"/>
            <a:ext cx="11330496" cy="697530"/>
          </a:xfrm>
          <a:prstGeom prst="roundRect">
            <a:avLst>
              <a:gd name="adj" fmla="val 10630"/>
            </a:avLst>
          </a:prstGeom>
          <a:solidFill>
            <a:srgbClr val="00AD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tIns="144000" rIns="144000" bIns="144000" rtlCol="0" anchor="t">
            <a:spAutoFit/>
          </a:bodyPr>
          <a:lstStyle/>
          <a:p>
            <a:pPr>
              <a:spcAft>
                <a:spcPts val="300"/>
              </a:spcAft>
              <a:defRPr/>
            </a:pPr>
            <a:r>
              <a:rPr lang="ru-RU" sz="2400" b="1">
                <a:latin typeface="Arial"/>
              </a:rPr>
              <a:t>В таблице видно и сходимость, и критерий остановки</a:t>
            </a:r>
            <a:endParaRPr lang="ru-RU" sz="2200" b="1">
              <a:latin typeface="Arial"/>
            </a:endParaRPr>
          </a:p>
        </p:txBody>
      </p:sp>
      <p:pic>
        <p:nvPicPr>
          <p:cNvPr id="2059509282" name="Рисунок 3" descr="imag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620711" y="5803989"/>
            <a:ext cx="468000" cy="468000"/>
          </a:xfrm>
          <a:prstGeom prst="rect">
            <a:avLst/>
          </a:prstGeom>
        </p:spPr>
      </p:pic>
      <p:pic>
        <p:nvPicPr>
          <p:cNvPr id="271843957" name=""/>
          <p:cNvPicPr>
            <a:picLocks noChangeAspect="1"/>
          </p:cNvPicPr>
          <p:nvPr/>
        </p:nvPicPr>
        <p:blipFill rotWithShape="1">
          <a:blip r:embed="rId4"/>
          <a:srcRect l="0" t="0" r="0" b="3769"/>
          <a:stretch/>
        </p:blipFill>
        <p:spPr bwMode="auto">
          <a:xfrm flipH="0" flipV="0">
            <a:off x="4536874" y="1033063"/>
            <a:ext cx="7258884" cy="44551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9772003" name="Заголовок 1"/>
          <p:cNvSpPr>
            <a:spLocks noGrp="1"/>
          </p:cNvSpPr>
          <p:nvPr>
            <p:ph type="title"/>
          </p:nvPr>
        </p:nvSpPr>
        <p:spPr bwMode="auto">
          <a:xfrm>
            <a:off x="429768" y="420624"/>
            <a:ext cx="9610344" cy="374904"/>
          </a:xfrm>
        </p:spPr>
        <p:txBody>
          <a:bodyPr/>
          <a:lstStyle/>
          <a:p>
            <a:pPr>
              <a:defRPr/>
            </a:pPr>
            <a:r>
              <a:rPr lang="ru-RU"/>
              <a:t>Сходимость видно глазами</a:t>
            </a:r>
            <a:endParaRPr/>
          </a:p>
        </p:txBody>
      </p:sp>
      <p:sp>
        <p:nvSpPr>
          <p:cNvPr id="481325453" name="Прямоугольник: скругленные углы 5"/>
          <p:cNvSpPr/>
          <p:nvPr/>
        </p:nvSpPr>
        <p:spPr bwMode="auto">
          <a:xfrm flipH="0" flipV="0">
            <a:off x="457199" y="986517"/>
            <a:ext cx="5054853" cy="3996961"/>
          </a:xfrm>
          <a:prstGeom prst="roundRect">
            <a:avLst>
              <a:gd name="adj" fmla="val 3429"/>
            </a:avLst>
          </a:prstGeom>
          <a:solidFill>
            <a:srgbClr val="EBF2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t"/>
          <a:lstStyle/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6"/>
              </a:spcAft>
              <a:buClr>
                <a:schemeClr val="bg2"/>
              </a:buClr>
              <a:buChar char="+"/>
              <a:defRPr/>
            </a:pPr>
            <a: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Расхождение уменьшается не медленнее чем в 0,9 раза за проход; на первых проходах — быстрее.</a:t>
            </a:r>
            <a:endParaRPr lang="ru-RU" sz="18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6"/>
              </a:spcAft>
              <a:buClr>
                <a:schemeClr val="bg2"/>
              </a:buClr>
              <a:buChar char="+"/>
              <a:defRPr/>
            </a:pPr>
            <a: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В логарифме это прямая: каждый проход режет расхождение на одну и ту же долю.</a:t>
            </a:r>
            <a:endParaRPr lang="ru-RU" sz="18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6"/>
              </a:spcAft>
              <a:buClr>
                <a:schemeClr val="bg2"/>
              </a:buClr>
              <a:buChar char="+"/>
              <a:defRPr/>
            </a:pPr>
            <a: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Сколько проходов вообще нужно, задаёт горизонт задачи 1/(1 − γ): при γ = 0,9 это десять шагов.</a:t>
            </a:r>
            <a:endParaRPr lang="ru-RU" sz="18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6"/>
              </a:spcAft>
              <a:buClr>
                <a:schemeClr val="bg2"/>
              </a:buClr>
              <a:buChar char="+"/>
              <a:defRPr/>
            </a:pPr>
            <a: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При γ = 0,99 горизонт в десять раз длиннее — проходов нужно 42 вместо 16.</a:t>
            </a:r>
            <a:endParaRPr lang="ru-RU" sz="18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</p:txBody>
      </p:sp>
      <p:sp>
        <p:nvSpPr>
          <p:cNvPr id="479368263" name="Прямоугольник: скругленные углы 2"/>
          <p:cNvSpPr/>
          <p:nvPr/>
        </p:nvSpPr>
        <p:spPr bwMode="auto">
          <a:xfrm>
            <a:off x="429768" y="5221224"/>
            <a:ext cx="11330136" cy="665026"/>
          </a:xfrm>
          <a:prstGeom prst="roundRect">
            <a:avLst>
              <a:gd name="adj" fmla="val 10630"/>
            </a:avLst>
          </a:prstGeom>
          <a:solidFill>
            <a:srgbClr val="00AD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tIns="144000" rIns="144000" bIns="144000" rtlCol="0" anchor="t">
            <a:spAutoFit/>
          </a:bodyPr>
          <a:lstStyle/>
          <a:p>
            <a:pPr>
              <a:spcAft>
                <a:spcPts val="300"/>
              </a:spcAft>
              <a:defRPr/>
            </a:pPr>
            <a:r>
              <a:rPr lang="ru-RU" sz="2200" b="1">
                <a:latin typeface="Arial"/>
              </a:rPr>
              <a:t>Точность растёт логарифмически по числу проходов</a:t>
            </a:r>
            <a:endParaRPr lang="ru-RU" sz="2000" b="1">
              <a:latin typeface="Arial"/>
            </a:endParaRPr>
          </a:p>
        </p:txBody>
      </p:sp>
      <p:pic>
        <p:nvPicPr>
          <p:cNvPr id="899428442" name="Рисунок 3" descr="imag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85216" y="5319737"/>
            <a:ext cx="468000" cy="468000"/>
          </a:xfrm>
          <a:prstGeom prst="rect">
            <a:avLst/>
          </a:prstGeom>
        </p:spPr>
      </p:pic>
      <p:pic>
        <p:nvPicPr>
          <p:cNvPr id="1335270694" name=""/>
          <p:cNvPicPr>
            <a:picLocks noChangeAspect="1"/>
          </p:cNvPicPr>
          <p:nvPr/>
        </p:nvPicPr>
        <p:blipFill rotWithShape="1">
          <a:blip r:embed="rId4"/>
          <a:srcRect l="1648" t="0" r="2912" b="2115"/>
          <a:stretch/>
        </p:blipFill>
        <p:spPr bwMode="auto">
          <a:xfrm flipH="0" flipV="0">
            <a:off x="5734364" y="986517"/>
            <a:ext cx="6024817" cy="394109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9423837" name="Заголовок 1"/>
          <p:cNvSpPr>
            <a:spLocks noGrp="1"/>
          </p:cNvSpPr>
          <p:nvPr>
            <p:ph type="title"/>
          </p:nvPr>
        </p:nvSpPr>
        <p:spPr bwMode="auto">
          <a:xfrm>
            <a:off x="429768" y="420624"/>
            <a:ext cx="9611064" cy="366120"/>
          </a:xfrm>
        </p:spPr>
        <p:txBody>
          <a:bodyPr/>
          <a:lstStyle/>
          <a:p>
            <a:pPr>
              <a:defRPr/>
            </a:pPr>
            <a:r>
              <a:rPr lang="ru-RU" sz="30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Когда останавливаться</a:t>
            </a:r>
            <a:endParaRPr/>
          </a:p>
        </p:txBody>
      </p:sp>
      <p:sp>
        <p:nvSpPr>
          <p:cNvPr id="1429030581" name="Прямоугольник: скругленные углы 5"/>
          <p:cNvSpPr/>
          <p:nvPr/>
        </p:nvSpPr>
        <p:spPr bwMode="auto">
          <a:xfrm flipH="0" flipV="0">
            <a:off x="457199" y="1325880"/>
            <a:ext cx="4261103" cy="3657600"/>
          </a:xfrm>
          <a:prstGeom prst="roundRect">
            <a:avLst>
              <a:gd name="adj" fmla="val 3429"/>
            </a:avLst>
          </a:prstGeom>
          <a:solidFill>
            <a:srgbClr val="EBF2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t"/>
          <a:lstStyle/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6"/>
              </a:spcAft>
              <a:buClr>
                <a:schemeClr val="bg2"/>
              </a:buClr>
              <a:buChar char="+"/>
              <a:defRPr/>
            </a:pPr>
            <a: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Останавливаемся, когда изменение за проход стало меньше порога.</a:t>
            </a:r>
            <a:endParaRPr lang="ru-RU" sz="18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6"/>
              </a:spcAft>
              <a:buClr>
                <a:schemeClr val="bg2"/>
              </a:buClr>
              <a:buChar char="+"/>
              <a:defRPr/>
            </a:pPr>
            <a: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«Сошлось» не значит «получили точный ответ»: оценка ещё отличается от предела.</a:t>
            </a:r>
            <a:endParaRPr lang="ru-RU" sz="18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6"/>
              </a:spcAft>
              <a:buClr>
                <a:schemeClr val="bg2"/>
              </a:buClr>
              <a:buChar char="+"/>
              <a:defRPr/>
            </a:pPr>
            <a: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Хочешь точнее — уменьшай порог: проходов вдвое больше, </a:t>
            </a:r>
            <a:b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</a:br>
            <a: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а ошибка в десять раз меньше.</a:t>
            </a:r>
            <a:endParaRPr lang="ru-RU" sz="18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6"/>
              </a:spcAft>
              <a:buClr>
                <a:schemeClr val="bg2"/>
              </a:buClr>
              <a:buChar char="+"/>
              <a:defRPr/>
            </a:pPr>
            <a: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Фиксированное число проходов — это остановка наугад.</a:t>
            </a:r>
            <a:endParaRPr lang="ru-RU" sz="18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</p:txBody>
      </p:sp>
      <p:sp>
        <p:nvSpPr>
          <p:cNvPr id="369000013" name="Прямоугольник: скругленные углы 2"/>
          <p:cNvSpPr/>
          <p:nvPr/>
        </p:nvSpPr>
        <p:spPr bwMode="auto">
          <a:xfrm flipH="0" flipV="0">
            <a:off x="429767" y="5221224"/>
            <a:ext cx="11330136" cy="600019"/>
          </a:xfrm>
          <a:prstGeom prst="roundRect">
            <a:avLst>
              <a:gd name="adj" fmla="val 10630"/>
            </a:avLst>
          </a:prstGeom>
          <a:solidFill>
            <a:srgbClr val="00AD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tIns="144000" rIns="144000" bIns="144000" rtlCol="0" anchor="t">
            <a:spAutoFit/>
          </a:bodyPr>
          <a:lstStyle/>
          <a:p>
            <a:pPr>
              <a:spcAft>
                <a:spcPts val="300"/>
              </a:spcAft>
              <a:defRPr/>
            </a:pPr>
            <a:r>
              <a:rPr lang="ru-RU" b="1">
                <a:latin typeface="Arial"/>
              </a:rPr>
              <a:t>Порог выбираем по масштабу вознаграждений</a:t>
            </a:r>
            <a:endParaRPr lang="ru-RU" sz="1600" b="1">
              <a:latin typeface="Arial"/>
            </a:endParaRPr>
          </a:p>
        </p:txBody>
      </p:sp>
      <p:pic>
        <p:nvPicPr>
          <p:cNvPr id="1436377275" name="Рисунок 3" descr="imag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85216" y="5287233"/>
            <a:ext cx="468000" cy="468000"/>
          </a:xfrm>
          <a:prstGeom prst="rect">
            <a:avLst/>
          </a:prstGeom>
        </p:spPr>
      </p:pic>
      <p:pic>
        <p:nvPicPr>
          <p:cNvPr id="2119929162" name=""/>
          <p:cNvPicPr>
            <a:picLocks noChangeAspect="1"/>
          </p:cNvPicPr>
          <p:nvPr/>
        </p:nvPicPr>
        <p:blipFill rotWithShape="1">
          <a:blip r:embed="rId4"/>
          <a:srcRect l="0" t="0" r="0" b="8894"/>
          <a:stretch/>
        </p:blipFill>
        <p:spPr bwMode="auto">
          <a:xfrm flipH="0" flipV="0">
            <a:off x="4956428" y="1106898"/>
            <a:ext cx="6802755" cy="39528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9276289" name="Заголовок 1"/>
          <p:cNvSpPr>
            <a:spLocks noGrp="1"/>
          </p:cNvSpPr>
          <p:nvPr>
            <p:ph type="title"/>
          </p:nvPr>
        </p:nvSpPr>
        <p:spPr bwMode="auto">
          <a:xfrm>
            <a:off x="429768" y="420624"/>
            <a:ext cx="9610344" cy="374904"/>
          </a:xfrm>
        </p:spPr>
        <p:txBody>
          <a:bodyPr/>
          <a:lstStyle/>
          <a:p>
            <a:pPr>
              <a:defRPr/>
            </a:pPr>
            <a:r>
              <a:rPr lang="ru-RU"/>
              <a:t>Два способа одного прохода</a:t>
            </a:r>
            <a:endParaRPr/>
          </a:p>
        </p:txBody>
      </p:sp>
      <p:sp>
        <p:nvSpPr>
          <p:cNvPr id="536801902" name="Прямоугольник: скругленные углы 5"/>
          <p:cNvSpPr/>
          <p:nvPr/>
        </p:nvSpPr>
        <p:spPr bwMode="auto">
          <a:xfrm flipH="0" flipV="0">
            <a:off x="457199" y="1325880"/>
            <a:ext cx="4170389" cy="3657600"/>
          </a:xfrm>
          <a:prstGeom prst="roundRect">
            <a:avLst>
              <a:gd name="adj" fmla="val 3429"/>
            </a:avLst>
          </a:prstGeom>
          <a:solidFill>
            <a:srgbClr val="EBF2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t"/>
          <a:lstStyle/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6"/>
              </a:spcAft>
              <a:buClr>
                <a:schemeClr val="bg2"/>
              </a:buClr>
              <a:buChar char="+"/>
              <a:defRPr/>
            </a:pPr>
            <a: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Синхронно: все числа берём из прошлого прохода — нужны две таблицы.</a:t>
            </a:r>
            <a:endParaRPr lang="ru-RU" sz="18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6"/>
              </a:spcAft>
              <a:buClr>
                <a:schemeClr val="bg2"/>
              </a:buClr>
              <a:buChar char="+"/>
              <a:defRPr/>
            </a:pPr>
            <a: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«На месте»: пишем поверх и тут же используем — таблица одна.</a:t>
            </a:r>
            <a:endParaRPr lang="ru-RU" sz="18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6"/>
              </a:spcAft>
              <a:buClr>
                <a:schemeClr val="bg2"/>
              </a:buClr>
              <a:buChar char="+"/>
              <a:defRPr/>
            </a:pPr>
            <a: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На ответ это не влияет: оба способа сходятся к одной неподвижной точке.</a:t>
            </a:r>
            <a:endParaRPr lang="ru-RU" sz="18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</p:txBody>
      </p:sp>
      <p:sp>
        <p:nvSpPr>
          <p:cNvPr id="800844999" name="Прямоугольник: скругленные углы 2"/>
          <p:cNvSpPr/>
          <p:nvPr/>
        </p:nvSpPr>
        <p:spPr bwMode="auto">
          <a:xfrm>
            <a:off x="429768" y="5221224"/>
            <a:ext cx="11331215" cy="685542"/>
          </a:xfrm>
          <a:prstGeom prst="roundRect">
            <a:avLst>
              <a:gd name="adj" fmla="val 10630"/>
            </a:avLst>
          </a:prstGeom>
          <a:solidFill>
            <a:srgbClr val="00AD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tIns="144000" rIns="144000" bIns="144000" rtlCol="0" anchor="t">
            <a:spAutoFit/>
          </a:bodyPr>
          <a:lstStyle/>
          <a:p>
            <a:pPr>
              <a:spcAft>
                <a:spcPts val="300"/>
              </a:spcAft>
              <a:defRPr/>
            </a:pPr>
            <a:r>
              <a:rPr lang="ru-RU" sz="2200" b="1">
                <a:latin typeface="Arial"/>
              </a:rPr>
              <a:t>Карта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ru-RU" sz="2200" b="1" i="0" u="none" strike="noStrike" cap="none" spc="0">
                              <a:solidFill>
                                <a:schemeClr val="lt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b"/>
                            </m:rPr>
                            <a:rPr lang="ru-RU" sz="2200" u="none" strike="noStrike" cap="none" spc="0">
                              <a:solidFill>
                                <a:schemeClr val="lt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v</m:t>
                          </m:r>
                        </m:e>
                        <m:sub>
                          <m:r>
                            <m:rPr>
                              <m:sty m:val="b"/>
                            </m:rPr>
                            <a:rPr lang="ru-RU" sz="2200" u="none" strike="noStrike" cap="none" spc="0">
                              <a:solidFill>
                                <a:schemeClr val="lt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π</m:t>
                          </m:r>
                        </m:sub>
                      </m:sSub>
                    </m:oMath>
                  </m:oMathPara>
                </a14:m>
              </mc:Choice>
              <mc:Fallback/>
            </mc:AlternateContent>
            <a:r>
              <a:rPr lang="ru-RU" sz="2200" b="1">
                <a:latin typeface="Arial"/>
              </a:rPr>
              <a:t> получена — та самая, что была в блоке 1</a:t>
            </a:r>
            <a:endParaRPr lang="ru-RU" sz="2000" b="1">
              <a:latin typeface="Arial"/>
            </a:endParaRPr>
          </a:p>
        </p:txBody>
      </p:sp>
      <p:pic>
        <p:nvPicPr>
          <p:cNvPr id="1585133494" name="Рисунок 3" descr="imag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85216" y="5329995"/>
            <a:ext cx="468000" cy="468000"/>
          </a:xfrm>
          <a:prstGeom prst="rect">
            <a:avLst/>
          </a:prstGeom>
        </p:spPr>
      </p:pic>
      <p:pic>
        <p:nvPicPr>
          <p:cNvPr id="51131478" name=""/>
          <p:cNvPicPr>
            <a:picLocks noChangeAspect="1"/>
          </p:cNvPicPr>
          <p:nvPr/>
        </p:nvPicPr>
        <p:blipFill rotWithShape="1">
          <a:blip r:embed="rId4"/>
          <a:srcRect l="0" t="0" r="0" b="12533"/>
          <a:stretch/>
        </p:blipFill>
        <p:spPr bwMode="auto">
          <a:xfrm flipH="0" flipV="0">
            <a:off x="4843035" y="1199079"/>
            <a:ext cx="6916148" cy="385824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5412368" name="Заголовок 1"/>
          <p:cNvSpPr>
            <a:spLocks noGrp="1"/>
          </p:cNvSpPr>
          <p:nvPr>
            <p:ph type="title"/>
          </p:nvPr>
        </p:nvSpPr>
        <p:spPr bwMode="auto">
          <a:xfrm>
            <a:off x="429768" y="420624"/>
            <a:ext cx="9610344" cy="374904"/>
          </a:xfrm>
        </p:spPr>
        <p:txBody>
          <a:bodyPr/>
          <a:lstStyle/>
          <a:p>
            <a:pPr>
              <a:defRPr/>
            </a:pPr>
            <a:r>
              <a:rPr lang="ru-RU"/>
              <a:t>Чего не хватает оценке состояния</a:t>
            </a:r>
            <a:endParaRPr/>
          </a:p>
        </p:txBody>
      </p:sp>
      <p:sp>
        <p:nvSpPr>
          <p:cNvPr id="77536016" name="Прямоугольник: скругленные углы 5"/>
          <p:cNvSpPr/>
          <p:nvPr/>
        </p:nvSpPr>
        <p:spPr bwMode="auto">
          <a:xfrm flipH="0" flipV="0">
            <a:off x="457200" y="1122589"/>
            <a:ext cx="4317799" cy="3860889"/>
          </a:xfrm>
          <a:prstGeom prst="roundRect">
            <a:avLst>
              <a:gd name="adj" fmla="val 3429"/>
            </a:avLst>
          </a:prstGeom>
          <a:solidFill>
            <a:srgbClr val="EBF2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t"/>
          <a:lstStyle/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6"/>
              </a:spcAft>
              <a:buClr>
                <a:schemeClr val="bg2"/>
              </a:buClr>
              <a:buChar char="+"/>
              <a:defRPr/>
            </a:pPr>
            <a: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v(s) — среднее по действиям, которые выбирает стратегия: что </a:t>
            </a:r>
            <a:b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</a:br>
            <a: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в клетке делается, из него </a:t>
            </a:r>
            <a:b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</a:br>
            <a: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не видно.</a:t>
            </a:r>
            <a:endParaRPr lang="ru-RU" sz="18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6"/>
              </a:spcAft>
              <a:buClr>
                <a:schemeClr val="bg2"/>
              </a:buClr>
              <a:buChar char="+"/>
              <a:defRPr/>
            </a:pPr>
            <a: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Сравнить «вправо» и «вниз» </a:t>
            </a:r>
            <a:b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</a:br>
            <a: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по v нельзя — там уже среднее.</a:t>
            </a:r>
            <a:endParaRPr lang="ru-RU" sz="18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6"/>
              </a:spcAft>
              <a:buClr>
                <a:schemeClr val="bg2"/>
              </a:buClr>
              <a:buChar char="+"/>
              <a:defRPr/>
            </a:pPr>
            <a: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Нужна ценность действия: сколько стоит конкретный шаг из этой клетки.</a:t>
            </a:r>
            <a:endParaRPr lang="ru-RU" sz="18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6"/>
              </a:spcAft>
              <a:buClr>
                <a:schemeClr val="bg2"/>
              </a:buClr>
              <a:buChar char="+"/>
              <a:defRPr/>
            </a:pPr>
            <a: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Оценка при этом не пропадает: без карты v ценность шага </a:t>
            </a:r>
            <a:b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</a:br>
            <a: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не из чего собрать.</a:t>
            </a:r>
            <a:endParaRPr lang="ru-RU" sz="18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</p:txBody>
      </p:sp>
      <p:sp>
        <p:nvSpPr>
          <p:cNvPr id="274412755" name="Прямоугольник: скругленные углы 2"/>
          <p:cNvSpPr/>
          <p:nvPr/>
        </p:nvSpPr>
        <p:spPr bwMode="auto">
          <a:xfrm>
            <a:off x="429768" y="5221224"/>
            <a:ext cx="11330136" cy="665026"/>
          </a:xfrm>
          <a:prstGeom prst="roundRect">
            <a:avLst>
              <a:gd name="adj" fmla="val 10630"/>
            </a:avLst>
          </a:prstGeom>
          <a:solidFill>
            <a:srgbClr val="00AD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tIns="144000" rIns="144000" bIns="144000" rtlCol="0" anchor="t">
            <a:spAutoFit/>
          </a:bodyPr>
          <a:lstStyle/>
          <a:p>
            <a:pPr>
              <a:spcAft>
                <a:spcPts val="300"/>
              </a:spcAft>
              <a:defRPr/>
            </a:pPr>
            <a:r>
              <a:rPr lang="ru-RU" sz="2200" b="1">
                <a:latin typeface="Arial"/>
              </a:rPr>
              <a:t>Оценка состояния не различает шаги внутри клетки</a:t>
            </a:r>
            <a:endParaRPr lang="ru-RU" sz="2000" b="1">
              <a:latin typeface="Arial"/>
            </a:endParaRPr>
          </a:p>
        </p:txBody>
      </p:sp>
      <p:pic>
        <p:nvPicPr>
          <p:cNvPr id="1650304775" name="Рисунок 3" descr="imag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85216" y="5319737"/>
            <a:ext cx="468000" cy="468000"/>
          </a:xfrm>
          <a:prstGeom prst="rect">
            <a:avLst/>
          </a:prstGeom>
        </p:spPr>
      </p:pic>
      <p:pic>
        <p:nvPicPr>
          <p:cNvPr id="2061788886" name=""/>
          <p:cNvPicPr>
            <a:picLocks noChangeAspect="1"/>
          </p:cNvPicPr>
          <p:nvPr/>
        </p:nvPicPr>
        <p:blipFill rotWithShape="1">
          <a:blip r:embed="rId4"/>
          <a:srcRect l="1648" t="0" r="4179" b="11706"/>
          <a:stretch/>
        </p:blipFill>
        <p:spPr bwMode="auto">
          <a:xfrm flipH="0" flipV="0">
            <a:off x="4992548" y="1122589"/>
            <a:ext cx="6563342" cy="392477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2824393" name="Заголовок 1"/>
          <p:cNvSpPr>
            <a:spLocks noGrp="1"/>
          </p:cNvSpPr>
          <p:nvPr>
            <p:ph type="title"/>
          </p:nvPr>
        </p:nvSpPr>
        <p:spPr bwMode="auto">
          <a:xfrm>
            <a:off x="429768" y="420624"/>
            <a:ext cx="9610344" cy="374904"/>
          </a:xfrm>
        </p:spPr>
        <p:txBody>
          <a:bodyPr/>
          <a:lstStyle/>
          <a:p>
            <a:pPr>
              <a:defRPr/>
            </a:pPr>
            <a:r>
              <a:rPr lang="ru-RU"/>
              <a:t>Ценность действия из ценности состояния</a:t>
            </a:r>
            <a:endParaRPr/>
          </a:p>
        </p:txBody>
      </p:sp>
      <p:sp>
        <p:nvSpPr>
          <p:cNvPr id="1741859859" name="Прямоугольник: скругленные углы 5"/>
          <p:cNvSpPr/>
          <p:nvPr/>
        </p:nvSpPr>
        <p:spPr bwMode="auto">
          <a:xfrm>
            <a:off x="429768" y="1051560"/>
            <a:ext cx="11329416" cy="1600200"/>
          </a:xfrm>
          <a:prstGeom prst="roundRect">
            <a:avLst>
              <a:gd name="adj" fmla="val 3429"/>
            </a:avLst>
          </a:prstGeom>
          <a:solidFill>
            <a:srgbClr val="EBF2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t"/>
          <a:lstStyle/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6"/>
              </a:spcAft>
              <a:buClr>
                <a:schemeClr val="bg2"/>
              </a:buClr>
              <a:buChar char="+"/>
              <a:defRPr/>
            </a:pPr>
            <a: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Первый шаг фиксируем — делаем именно это действие; дальше снова идём по стратегии.</a:t>
            </a:r>
            <a:endParaRPr lang="ru-RU" sz="18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6"/>
              </a:spcAft>
              <a:buClr>
                <a:schemeClr val="bg2"/>
              </a:buClr>
              <a:buChar char="+"/>
              <a:defRPr/>
            </a:pPr>
            <a: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Отдельного прохода не нужно: это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ru-RU" sz="1800" b="0" i="0" u="none" strike="noStrike" cap="none" spc="0">
                              <a:solidFill>
                                <a:schemeClr val="accent4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ru-RU" sz="1800" u="none" strike="noStrike" cap="none" spc="0">
                              <a:solidFill>
                                <a:schemeClr val="accent4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v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ru-RU" sz="1800" u="none" strike="noStrike" cap="none" spc="0">
                              <a:solidFill>
                                <a:schemeClr val="accent4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π</m:t>
                          </m:r>
                        </m:sub>
                      </m:sSub>
                    </m:oMath>
                  </m:oMathPara>
                </a14:m>
              </mc:Choice>
              <mc:Fallback/>
            </mc:AlternateContent>
            <a: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 из блока 2 плюс один шаг по модели.</a:t>
            </a:r>
            <a:endParaRPr lang="ru-RU" sz="18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6"/>
              </a:spcAft>
              <a:buClr>
                <a:schemeClr val="bg2"/>
              </a:buClr>
              <a:buChar char="+"/>
              <a:defRPr/>
            </a:pPr>
            <a: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Обратно: ценность клетки — среднее q по действиям стратегии (связь из лекции 3</a:t>
            </a:r>
            <a:r>
              <a:rPr lang="en-US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 </a:t>
            </a:r>
            <a: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и</a:t>
            </a:r>
            <a:r>
              <a:rPr lang="en-US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 4</a:t>
            </a:r>
            <a: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).</a:t>
            </a:r>
            <a:endParaRPr lang="ru-RU" sz="18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6"/>
              </a:spcAft>
              <a:buClr>
                <a:schemeClr val="bg2"/>
              </a:buClr>
              <a:buChar char="+"/>
              <a:defRPr/>
            </a:pPr>
            <a: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Путать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ru-RU" sz="1800" b="0" i="0" u="none" strike="noStrike" cap="none" spc="0">
                              <a:solidFill>
                                <a:schemeClr val="accent4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ru-RU" sz="1800" u="none" strike="noStrike" cap="none" spc="0">
                              <a:solidFill>
                                <a:schemeClr val="accent4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q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ru-RU" sz="1800" u="none" strike="noStrike" cap="none" spc="0">
                              <a:solidFill>
                                <a:schemeClr val="accent4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π</m:t>
                          </m:r>
                        </m:sub>
                      </m:sSub>
                    </m:oMath>
                  </m:oMathPara>
                </a14:m>
              </mc:Choice>
              <mc:Fallback/>
            </mc:AlternateContent>
            <a: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 и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ru-RU" sz="1800" b="0" i="0" u="none" strike="noStrike" cap="none" spc="0">
                              <a:solidFill>
                                <a:schemeClr val="accent4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ru-RU" sz="1800" u="none" strike="noStrike" cap="none" spc="0">
                              <a:solidFill>
                                <a:schemeClr val="accent4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q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ru-RU" sz="1800" u="none" strike="noStrike" cap="none" spc="0">
                              <a:solidFill>
                                <a:schemeClr val="accent4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*</m:t>
                          </m:r>
                        </m:sub>
                      </m:sSub>
                    </m:oMath>
                  </m:oMathPara>
                </a14:m>
              </mc:Choice>
              <mc:Fallback/>
            </mc:AlternateContent>
            <a: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 нельзя: в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ru-RU" sz="1800" b="0" i="0" u="none" strike="noStrike" cap="none" spc="0">
                              <a:solidFill>
                                <a:schemeClr val="accent4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ru-RU" sz="1800" u="none" strike="noStrike" cap="none" spc="0">
                              <a:solidFill>
                                <a:schemeClr val="accent4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q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ru-RU" sz="1800" u="none" strike="noStrike" cap="none" spc="0">
                              <a:solidFill>
                                <a:schemeClr val="accent4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*</m:t>
                          </m:r>
                        </m:sub>
                      </m:sSub>
                    </m:oMath>
                  </m:oMathPara>
                </a14:m>
              </mc:Choice>
              <mc:Fallback/>
            </mc:AlternateContent>
            <a: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 после первого шага стоит лучшая стратегия.</a:t>
            </a:r>
            <a:endParaRPr lang="ru-RU" sz="18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</p:txBody>
      </p:sp>
      <p:sp>
        <p:nvSpPr>
          <p:cNvPr id="1289278218" name="Прямоугольник: скругленные углы 2"/>
          <p:cNvSpPr/>
          <p:nvPr/>
        </p:nvSpPr>
        <p:spPr bwMode="auto">
          <a:xfrm>
            <a:off x="429768" y="5221224"/>
            <a:ext cx="11332295" cy="685542"/>
          </a:xfrm>
          <a:prstGeom prst="roundRect">
            <a:avLst>
              <a:gd name="adj" fmla="val 10630"/>
            </a:avLst>
          </a:prstGeom>
          <a:solidFill>
            <a:srgbClr val="00AD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tIns="144000" rIns="144000" bIns="144000" rtlCol="0" anchor="t">
            <a:spAutoFit/>
          </a:bodyPr>
          <a:lstStyle/>
          <a:p>
            <a:pPr>
              <a:spcAft>
                <a:spcPts val="300"/>
              </a:spcAft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ru-RU" sz="2200" b="1" i="0" u="none" strike="noStrike" cap="none" spc="0">
                              <a:solidFill>
                                <a:schemeClr val="lt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b"/>
                            </m:rPr>
                            <a:rPr lang="ru-RU" sz="2200" u="none" strike="noStrike" cap="none" spc="0">
                              <a:solidFill>
                                <a:schemeClr val="lt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q</m:t>
                          </m:r>
                        </m:e>
                        <m:sub>
                          <m:r>
                            <m:rPr>
                              <m:sty m:val="b"/>
                            </m:rPr>
                            <a:rPr lang="ru-RU" sz="2200" u="none" strike="noStrike" cap="none" spc="0">
                              <a:solidFill>
                                <a:schemeClr val="lt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π</m:t>
                          </m:r>
                        </m:sub>
                      </m:sSub>
                    </m:oMath>
                  </m:oMathPara>
                </a14:m>
              </mc:Choice>
              <mc:Fallback/>
            </mc:AlternateContent>
            <a:r>
              <a:rPr lang="ru-RU" sz="2200" b="1">
                <a:latin typeface="Arial"/>
              </a:rPr>
              <a:t> — это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ru-RU" sz="2200" b="1" i="0" u="none" strike="noStrike" cap="none" spc="0">
                              <a:solidFill>
                                <a:schemeClr val="lt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b"/>
                            </m:rPr>
                            <a:rPr lang="ru-RU" sz="2200" u="none" strike="noStrike" cap="none" spc="0">
                              <a:solidFill>
                                <a:schemeClr val="lt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v</m:t>
                          </m:r>
                        </m:e>
                        <m:sub>
                          <m:r>
                            <m:rPr>
                              <m:sty m:val="b"/>
                            </m:rPr>
                            <a:rPr lang="ru-RU" sz="2200" u="none" strike="noStrike" cap="none" spc="0">
                              <a:solidFill>
                                <a:schemeClr val="lt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π</m:t>
                          </m:r>
                        </m:sub>
                      </m:sSub>
                    </m:oMath>
                  </m:oMathPara>
                </a14:m>
              </mc:Choice>
              <mc:Fallback/>
            </mc:AlternateContent>
            <a:r>
              <a:rPr lang="ru-RU" sz="2200" b="1">
                <a:latin typeface="Arial"/>
              </a:rPr>
              <a:t> плюс один зафиксированный шаг</a:t>
            </a:r>
            <a:endParaRPr lang="ru-RU" sz="2000" b="1">
              <a:latin typeface="Arial"/>
            </a:endParaRPr>
          </a:p>
        </p:txBody>
      </p:sp>
      <p:pic>
        <p:nvPicPr>
          <p:cNvPr id="1148997450" name="Рисунок 3" descr="imag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85216" y="5329995"/>
            <a:ext cx="468000" cy="468000"/>
          </a:xfrm>
          <a:prstGeom prst="rect">
            <a:avLst/>
          </a:prstGeom>
        </p:spPr>
      </p:pic>
      <p:pic>
        <p:nvPicPr>
          <p:cNvPr id="1081606431" name="Picture 2081775820" descr="f_q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2858584" y="2993389"/>
            <a:ext cx="6444349" cy="19202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4416392" name="Заголовок 1"/>
          <p:cNvSpPr>
            <a:spLocks noGrp="1"/>
          </p:cNvSpPr>
          <p:nvPr>
            <p:ph type="title"/>
          </p:nvPr>
        </p:nvSpPr>
        <p:spPr bwMode="auto">
          <a:xfrm>
            <a:off x="429768" y="420624"/>
            <a:ext cx="9610344" cy="374904"/>
          </a:xfrm>
        </p:spPr>
        <p:txBody>
          <a:bodyPr/>
          <a:lstStyle/>
          <a:p>
            <a:pPr>
              <a:defRPr/>
            </a:pPr>
            <a:r>
              <a:rPr lang="ru-RU"/>
              <a:t>Четыре числа из S6</a:t>
            </a:r>
            <a:endParaRPr/>
          </a:p>
        </p:txBody>
      </p:sp>
      <p:sp>
        <p:nvSpPr>
          <p:cNvPr id="782095423" name="Прямоугольник: скругленные углы 5"/>
          <p:cNvSpPr/>
          <p:nvPr/>
        </p:nvSpPr>
        <p:spPr bwMode="auto">
          <a:xfrm flipH="0" flipV="0">
            <a:off x="457200" y="941160"/>
            <a:ext cx="4022978" cy="4467678"/>
          </a:xfrm>
          <a:prstGeom prst="roundRect">
            <a:avLst>
              <a:gd name="adj" fmla="val 3429"/>
            </a:avLst>
          </a:prstGeom>
          <a:solidFill>
            <a:srgbClr val="EBF2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t"/>
          <a:lstStyle/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6"/>
              </a:spcAft>
              <a:buClr>
                <a:schemeClr val="bg2"/>
              </a:buClr>
              <a:buChar char="+"/>
              <a:defRPr/>
            </a:pPr>
            <a: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Ц</a:t>
            </a:r>
            <a: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ен</a:t>
            </a:r>
            <a: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ность шага считаем по каждому действию: у четырёх шагов из S6 четыре разных числа.</a:t>
            </a:r>
            <a:endParaRPr lang="ru-RU" sz="18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6"/>
              </a:spcAft>
              <a:buClr>
                <a:schemeClr val="bg2"/>
              </a:buClr>
              <a:buChar char="+"/>
              <a:defRPr/>
            </a:pPr>
            <a: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Стратегия «всегда вправо» идёт вправо, а лучшее действие — вниз.</a:t>
            </a:r>
            <a:endParaRPr lang="ru-RU" sz="18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6"/>
              </a:spcAft>
              <a:buClr>
                <a:schemeClr val="bg2"/>
              </a:buClr>
              <a:buChar char="+"/>
              <a:defRPr/>
            </a:pPr>
            <a: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«Вниз» лучше того, что стратегия делает сейчас, </a:t>
            </a:r>
            <a:b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</a:br>
            <a: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— это и есть зацепка для улучшения.</a:t>
            </a:r>
            <a:endParaRPr lang="ru-RU" sz="18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6"/>
              </a:spcAft>
              <a:buClr>
                <a:schemeClr val="bg2"/>
              </a:buClr>
              <a:buChar char="+"/>
              <a:defRPr/>
            </a:pPr>
            <a: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q может быть выше ценности клетки — именно такие места </a:t>
            </a:r>
            <a:b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</a:br>
            <a: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и интересны.</a:t>
            </a:r>
            <a:endParaRPr lang="ru-RU" sz="18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</p:txBody>
      </p:sp>
      <p:sp>
        <p:nvSpPr>
          <p:cNvPr id="2134613022" name="Прямоугольник: скругленные углы 2"/>
          <p:cNvSpPr/>
          <p:nvPr/>
        </p:nvSpPr>
        <p:spPr bwMode="auto">
          <a:xfrm>
            <a:off x="457200" y="5689224"/>
            <a:ext cx="11330496" cy="632523"/>
          </a:xfrm>
          <a:prstGeom prst="roundRect">
            <a:avLst>
              <a:gd name="adj" fmla="val 10630"/>
            </a:avLst>
          </a:prstGeom>
          <a:solidFill>
            <a:srgbClr val="00AD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tIns="144000" rIns="144000" bIns="144000" rtlCol="0" anchor="t">
            <a:spAutoFit/>
          </a:bodyPr>
          <a:lstStyle/>
          <a:p>
            <a:pPr>
              <a:spcAft>
                <a:spcPts val="300"/>
              </a:spcAft>
              <a:defRPr/>
            </a:pPr>
            <a:r>
              <a:rPr lang="ru-RU" sz="2000" b="1">
                <a:latin typeface="Arial"/>
              </a:rPr>
              <a:t>Смотрим не на клетку, а на каждый шаг из неё</a:t>
            </a:r>
            <a:endParaRPr lang="ru-RU" sz="1800" b="1">
              <a:latin typeface="Arial"/>
            </a:endParaRPr>
          </a:p>
        </p:txBody>
      </p:sp>
      <p:pic>
        <p:nvPicPr>
          <p:cNvPr id="419620443" name="Рисунок 3" descr="imag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612648" y="5771485"/>
            <a:ext cx="468000" cy="468000"/>
          </a:xfrm>
          <a:prstGeom prst="rect">
            <a:avLst/>
          </a:prstGeom>
        </p:spPr>
      </p:pic>
      <p:pic>
        <p:nvPicPr>
          <p:cNvPr id="380508" name=""/>
          <p:cNvPicPr>
            <a:picLocks noChangeAspect="1"/>
          </p:cNvPicPr>
          <p:nvPr/>
        </p:nvPicPr>
        <p:blipFill rotWithShape="1">
          <a:blip r:embed="rId4"/>
          <a:srcRect l="0" t="0" r="0" b="13974"/>
          <a:stretch/>
        </p:blipFill>
        <p:spPr bwMode="auto">
          <a:xfrm flipH="0" flipV="0">
            <a:off x="4623297" y="1156606"/>
            <a:ext cx="7135885" cy="39151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0690956" name="Заголовок 1"/>
          <p:cNvSpPr>
            <a:spLocks noGrp="1"/>
          </p:cNvSpPr>
          <p:nvPr>
            <p:ph type="title"/>
          </p:nvPr>
        </p:nvSpPr>
        <p:spPr bwMode="auto">
          <a:xfrm>
            <a:off x="429768" y="420624"/>
            <a:ext cx="9610344" cy="374904"/>
          </a:xfrm>
        </p:spPr>
        <p:txBody>
          <a:bodyPr/>
          <a:lstStyle/>
          <a:p>
            <a:pPr>
              <a:defRPr/>
            </a:pPr>
            <a:r>
              <a:rPr lang="ru-RU"/>
              <a:t>Улучшение стратегии</a:t>
            </a:r>
            <a:endParaRPr/>
          </a:p>
        </p:txBody>
      </p:sp>
      <p:sp>
        <p:nvSpPr>
          <p:cNvPr id="1849504139" name="Прямоугольник: скругленные углы 5"/>
          <p:cNvSpPr/>
          <p:nvPr/>
        </p:nvSpPr>
        <p:spPr bwMode="auto">
          <a:xfrm flipH="0" flipV="0">
            <a:off x="429767" y="1051559"/>
            <a:ext cx="11329416" cy="2202633"/>
          </a:xfrm>
          <a:prstGeom prst="roundRect">
            <a:avLst>
              <a:gd name="adj" fmla="val 3429"/>
            </a:avLst>
          </a:prstGeom>
          <a:solidFill>
            <a:srgbClr val="EBF2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t"/>
          <a:lstStyle/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5"/>
              </a:spcAft>
              <a:buClr>
                <a:schemeClr val="bg2"/>
              </a:buClr>
              <a:buChar char="+"/>
              <a:defRPr/>
            </a:pPr>
            <a: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Жадный выбор: в каждой клетке берём действие с максимальным q; при равенстве — вправо, как </a:t>
            </a:r>
            <a:b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</a:br>
            <a: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в лекции 4.</a:t>
            </a:r>
            <a:endParaRPr lang="ru-RU" sz="18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5"/>
              </a:spcAft>
              <a:buClr>
                <a:schemeClr val="bg2"/>
              </a:buClr>
              <a:buChar char="+"/>
              <a:defRPr/>
            </a:pPr>
            <a: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Теорема об улучшении: новая стратегия не хуже старой ни в одной клетке.</a:t>
            </a:r>
            <a:endParaRPr lang="ru-RU" sz="18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5"/>
              </a:spcAft>
              <a:buClr>
                <a:schemeClr val="bg2"/>
              </a:buClr>
              <a:buChar char="+"/>
              <a:defRPr/>
            </a:pPr>
            <a: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Смысл без доказательства: в v(s) стоит ценность того, что стратегия делает сейчас, а мы заменяем это на лучшее из доступного.</a:t>
            </a:r>
            <a:endParaRPr lang="ru-RU" sz="18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5"/>
              </a:spcAft>
              <a:buClr>
                <a:schemeClr val="bg2"/>
              </a:buClr>
              <a:buChar char="+"/>
              <a:defRPr/>
            </a:pPr>
            <a: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Если жадный шаг ничего не меняет — стратегия уже оптимальна.</a:t>
            </a:r>
            <a:endParaRPr lang="ru-RU" sz="18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</p:txBody>
      </p:sp>
      <p:sp>
        <p:nvSpPr>
          <p:cNvPr id="1159415073" name="Прямоугольник: скругленные углы 2"/>
          <p:cNvSpPr/>
          <p:nvPr/>
        </p:nvSpPr>
        <p:spPr bwMode="auto">
          <a:xfrm>
            <a:off x="431291" y="5221224"/>
            <a:ext cx="11330136" cy="665026"/>
          </a:xfrm>
          <a:prstGeom prst="roundRect">
            <a:avLst>
              <a:gd name="adj" fmla="val 10630"/>
            </a:avLst>
          </a:prstGeom>
          <a:solidFill>
            <a:srgbClr val="00AD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tIns="144000" rIns="144000" bIns="144000" rtlCol="0" anchor="t">
            <a:spAutoFit/>
          </a:bodyPr>
          <a:lstStyle/>
          <a:p>
            <a:pPr>
              <a:spcAft>
                <a:spcPts val="300"/>
              </a:spcAft>
              <a:defRPr/>
            </a:pPr>
            <a:r>
              <a:rPr lang="ru-RU" sz="2200" b="1">
                <a:latin typeface="Arial"/>
              </a:rPr>
              <a:t>Улучшение ничего не узнаёт о среде: оно считает по модели</a:t>
            </a:r>
            <a:endParaRPr lang="ru-RU" sz="2000" b="1">
              <a:latin typeface="Arial"/>
            </a:endParaRPr>
          </a:p>
        </p:txBody>
      </p:sp>
      <p:pic>
        <p:nvPicPr>
          <p:cNvPr id="304300786" name="Рисунок 3" descr="imag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85216" y="5319737"/>
            <a:ext cx="468000" cy="468000"/>
          </a:xfrm>
          <a:prstGeom prst="rect">
            <a:avLst/>
          </a:prstGeom>
        </p:spPr>
      </p:pic>
      <p:pic>
        <p:nvPicPr>
          <p:cNvPr id="1876819510" name="Picture 2081775820" descr="f_improve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2380990" y="3254193"/>
            <a:ext cx="7430019" cy="19202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5146615" name="Заголовок 1"/>
          <p:cNvSpPr>
            <a:spLocks noGrp="1"/>
          </p:cNvSpPr>
          <p:nvPr>
            <p:ph type="title"/>
          </p:nvPr>
        </p:nvSpPr>
        <p:spPr bwMode="auto">
          <a:xfrm>
            <a:off x="429768" y="420624"/>
            <a:ext cx="9610344" cy="374904"/>
          </a:xfrm>
        </p:spPr>
        <p:txBody>
          <a:bodyPr/>
          <a:lstStyle/>
          <a:p>
            <a:pPr>
              <a:defRPr/>
            </a:pPr>
            <a:r>
              <a:rPr lang="ru-RU"/>
              <a:t>Теорема об улучшении на наших числах</a:t>
            </a:r>
            <a:endParaRPr/>
          </a:p>
        </p:txBody>
      </p:sp>
      <p:sp>
        <p:nvSpPr>
          <p:cNvPr id="1564981720" name="Прямоугольник: скругленные углы 5"/>
          <p:cNvSpPr/>
          <p:nvPr/>
        </p:nvSpPr>
        <p:spPr bwMode="auto">
          <a:xfrm flipH="0" flipV="0">
            <a:off x="457199" y="1325880"/>
            <a:ext cx="4453871" cy="3657600"/>
          </a:xfrm>
          <a:prstGeom prst="roundRect">
            <a:avLst>
              <a:gd name="adj" fmla="val 3429"/>
            </a:avLst>
          </a:prstGeom>
          <a:solidFill>
            <a:srgbClr val="EBF2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t"/>
          <a:lstStyle/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5"/>
              </a:spcAft>
              <a:buClr>
                <a:schemeClr val="bg2"/>
              </a:buClr>
              <a:buChar char="+"/>
              <a:defRPr/>
            </a:pPr>
            <a: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Круг 0 — «всегда вправо», круг 1 — жадно вниз в S1–S8 и вправо </a:t>
            </a:r>
            <a:b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</a:br>
            <a: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в S9–S11, круг 2 — оптимальная.</a:t>
            </a:r>
            <a:endParaRPr lang="ru-RU" sz="18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5"/>
              </a:spcAft>
              <a:buClr>
                <a:schemeClr val="bg2"/>
              </a:buClr>
              <a:buChar char="+"/>
              <a:defRPr/>
            </a:pPr>
            <a: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На втором круге менять уже нечего: стратегия оптимальна.</a:t>
            </a:r>
            <a:endParaRPr lang="ru-RU" sz="18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5"/>
              </a:spcAft>
              <a:buClr>
                <a:schemeClr val="bg2"/>
              </a:buClr>
              <a:buChar char="+"/>
              <a:defRPr/>
            </a:pPr>
            <a: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Промежуточная стратегия выглядела странно, а ценность </a:t>
            </a:r>
            <a:b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</a:br>
            <a: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не упала.</a:t>
            </a:r>
            <a:endParaRPr lang="ru-RU" sz="18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</p:txBody>
      </p:sp>
      <p:sp>
        <p:nvSpPr>
          <p:cNvPr id="816383785" name="Прямоугольник: скругленные углы 2"/>
          <p:cNvSpPr/>
          <p:nvPr/>
        </p:nvSpPr>
        <p:spPr bwMode="auto">
          <a:xfrm>
            <a:off x="431111" y="5455224"/>
            <a:ext cx="11329776" cy="632523"/>
          </a:xfrm>
          <a:prstGeom prst="roundRect">
            <a:avLst>
              <a:gd name="adj" fmla="val 10630"/>
            </a:avLst>
          </a:prstGeom>
          <a:solidFill>
            <a:srgbClr val="00AD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tIns="144000" rIns="144000" bIns="144000" rtlCol="0" anchor="t">
            <a:spAutoFit/>
          </a:bodyPr>
          <a:lstStyle/>
          <a:p>
            <a:pPr>
              <a:spcAft>
                <a:spcPts val="300"/>
              </a:spcAft>
              <a:defRPr/>
            </a:pPr>
            <a:r>
              <a:rPr lang="ru-RU" sz="2000" b="1">
                <a:latin typeface="Arial"/>
              </a:rPr>
              <a:t>Улучшение не может испортить стратегию</a:t>
            </a:r>
            <a:endParaRPr lang="ru-RU" sz="1800" b="1">
              <a:latin typeface="Arial"/>
            </a:endParaRPr>
          </a:p>
        </p:txBody>
      </p:sp>
      <p:pic>
        <p:nvPicPr>
          <p:cNvPr id="1966651838" name="Рисунок 3" descr="imag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86559" y="5537485"/>
            <a:ext cx="468000" cy="468000"/>
          </a:xfrm>
          <a:prstGeom prst="rect">
            <a:avLst/>
          </a:prstGeom>
        </p:spPr>
      </p:pic>
      <p:pic>
        <p:nvPicPr>
          <p:cNvPr id="25257995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5244035" y="1065892"/>
            <a:ext cx="6515148" cy="41553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247103" name="Заголовок 1"/>
          <p:cNvSpPr>
            <a:spLocks noGrp="1"/>
          </p:cNvSpPr>
          <p:nvPr>
            <p:ph type="title"/>
          </p:nvPr>
        </p:nvSpPr>
        <p:spPr bwMode="auto">
          <a:xfrm>
            <a:off x="429768" y="420624"/>
            <a:ext cx="9610344" cy="374904"/>
          </a:xfrm>
        </p:spPr>
        <p:txBody>
          <a:bodyPr/>
          <a:lstStyle/>
          <a:p>
            <a:pPr>
              <a:defRPr/>
            </a:pPr>
            <a:r>
              <a:rPr lang="ru-RU"/>
              <a:t>Цикл: оценка и улучшение</a:t>
            </a:r>
            <a:endParaRPr/>
          </a:p>
        </p:txBody>
      </p:sp>
      <p:sp>
        <p:nvSpPr>
          <p:cNvPr id="1764935746" name="Прямоугольник: скругленные углы 5"/>
          <p:cNvSpPr/>
          <p:nvPr/>
        </p:nvSpPr>
        <p:spPr bwMode="auto">
          <a:xfrm flipH="0" flipV="0">
            <a:off x="457199" y="1325880"/>
            <a:ext cx="4351817" cy="3657600"/>
          </a:xfrm>
          <a:prstGeom prst="roundRect">
            <a:avLst>
              <a:gd name="adj" fmla="val 3429"/>
            </a:avLst>
          </a:prstGeom>
          <a:solidFill>
            <a:srgbClr val="EBF2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t"/>
          <a:lstStyle/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5"/>
              </a:spcAft>
              <a:buClr>
                <a:schemeClr val="bg2"/>
              </a:buClr>
              <a:buChar char="+"/>
              <a:defRPr/>
            </a:pPr>
            <a: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Оценили → улучшили → снова оценили → снова улучшили — </a:t>
            </a:r>
            <a:b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</a:br>
            <a: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и так по кругу.</a:t>
            </a:r>
            <a:endParaRPr lang="ru-RU" sz="18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5"/>
              </a:spcAft>
              <a:buClr>
                <a:schemeClr val="bg2"/>
              </a:buClr>
              <a:buChar char="+"/>
              <a:defRPr/>
            </a:pPr>
            <a: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Цикл кончается всегда: стратегий конечное число, а пока стратегия меняется, ценности строго растут.</a:t>
            </a:r>
            <a:endParaRPr lang="ru-RU" sz="18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5"/>
              </a:spcAft>
              <a:buClr>
                <a:schemeClr val="bg2"/>
              </a:buClr>
              <a:buChar char="+"/>
              <a:defRPr/>
            </a:pPr>
            <a: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В нашем лабиринте хватило трёх кругов.</a:t>
            </a:r>
            <a:endParaRPr lang="ru-RU" sz="18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  <a:p>
            <a:pPr marL="179982" marR="0" indent="-179982" algn="l">
              <a:lnSpc>
                <a:spcPct val="100000"/>
              </a:lnSpc>
              <a:spcBef>
                <a:spcPts val="0"/>
              </a:spcBef>
              <a:spcAft>
                <a:spcPts val="595"/>
              </a:spcAft>
              <a:buClr>
                <a:schemeClr val="bg2"/>
              </a:buClr>
              <a:buChar char="+"/>
              <a:defRPr/>
            </a:pPr>
            <a:r>
              <a:rPr lang="ru-RU" sz="1800" b="0" i="0" u="none" strike="noStrike" cap="none" spc="0">
                <a:solidFill>
                  <a:schemeClr val="accent4"/>
                </a:solidFill>
                <a:latin typeface="Arial"/>
                <a:ea typeface="Arial"/>
                <a:cs typeface="Arial"/>
              </a:rPr>
              <a:t>Оценивать каждую стратегию почти до нуля дорого — и обычно не нужно.</a:t>
            </a:r>
            <a:endParaRPr lang="ru-RU" sz="1800" b="0" i="0" u="none" strike="noStrike" cap="none" spc="0">
              <a:solidFill>
                <a:schemeClr val="accent4"/>
              </a:solidFill>
              <a:latin typeface="Arial"/>
              <a:cs typeface="Arial"/>
            </a:endParaRPr>
          </a:p>
        </p:txBody>
      </p:sp>
      <p:sp>
        <p:nvSpPr>
          <p:cNvPr id="1831249671" name="Прямоугольник: скругленные углы 2"/>
          <p:cNvSpPr/>
          <p:nvPr/>
        </p:nvSpPr>
        <p:spPr bwMode="auto">
          <a:xfrm>
            <a:off x="429768" y="5221224"/>
            <a:ext cx="11330136" cy="665026"/>
          </a:xfrm>
          <a:prstGeom prst="roundRect">
            <a:avLst>
              <a:gd name="adj" fmla="val 10630"/>
            </a:avLst>
          </a:prstGeom>
          <a:solidFill>
            <a:srgbClr val="00AD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tIns="144000" rIns="144000" bIns="144000" rtlCol="0" anchor="t">
            <a:spAutoFit/>
          </a:bodyPr>
          <a:lstStyle/>
          <a:p>
            <a:pPr>
              <a:spcAft>
                <a:spcPts val="300"/>
              </a:spcAft>
              <a:defRPr/>
            </a:pPr>
            <a:r>
              <a:rPr lang="ru-RU" sz="2200" b="1">
                <a:latin typeface="Arial"/>
              </a:rPr>
              <a:t>Обобщённая итерация по стратегиям (GPI) — шаблон всех алгоритмов</a:t>
            </a:r>
            <a:endParaRPr lang="ru-RU" sz="2000" b="1">
              <a:latin typeface="Arial"/>
            </a:endParaRPr>
          </a:p>
        </p:txBody>
      </p:sp>
      <p:pic>
        <p:nvPicPr>
          <p:cNvPr id="1683859683" name="Рисунок 3" descr="imag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85216" y="5319737"/>
            <a:ext cx="468000" cy="468000"/>
          </a:xfrm>
          <a:prstGeom prst="rect">
            <a:avLst/>
          </a:prstGeom>
        </p:spPr>
      </p:pic>
      <p:pic>
        <p:nvPicPr>
          <p:cNvPr id="1505530715" name=""/>
          <p:cNvPicPr>
            <a:picLocks noChangeAspect="1"/>
          </p:cNvPicPr>
          <p:nvPr/>
        </p:nvPicPr>
        <p:blipFill rotWithShape="1">
          <a:blip r:embed="rId4"/>
          <a:srcRect l="1543" t="0" r="2913" b="9866"/>
          <a:stretch/>
        </p:blipFill>
        <p:spPr bwMode="auto">
          <a:xfrm flipH="0" flipV="0">
            <a:off x="4914269" y="1054553"/>
            <a:ext cx="6844914" cy="41184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Основной шаблон Т1">
  <a:themeElements>
    <a:clrScheme name="Т1 Гайдлайн">
      <a:dk1>
        <a:srgbClr val="03182B"/>
      </a:dk1>
      <a:lt1>
        <a:srgbClr val="FFFFFF"/>
      </a:lt1>
      <a:dk2>
        <a:srgbClr val="00ADEB"/>
      </a:dk2>
      <a:lt2>
        <a:srgbClr val="00ADEB"/>
      </a:lt2>
      <a:accent1>
        <a:srgbClr val="017FAD"/>
      </a:accent1>
      <a:accent2>
        <a:srgbClr val="0059AA"/>
      </a:accent2>
      <a:accent3>
        <a:srgbClr val="C3C3C3"/>
      </a:accent3>
      <a:accent4>
        <a:srgbClr val="151515"/>
      </a:accent4>
      <a:accent5>
        <a:srgbClr val="ECF2F9"/>
      </a:accent5>
      <a:accent6>
        <a:srgbClr val="C7F1FF"/>
      </a:accent6>
      <a:hlink>
        <a:srgbClr val="00ADEB"/>
      </a:hlink>
      <a:folHlink>
        <a:srgbClr val="005AAA"/>
      </a:folHlink>
    </a:clrScheme>
    <a:fontScheme name="Другая 4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prstGeom prst="rect">
          <a:avLst/>
        </a:prstGeom>
        <a:solidFill>
          <a:schemeClr val="bg2">
            <a:lumMod val="20000"/>
            <a:lumOff val="80000"/>
            <a:alpha val="70000"/>
          </a:schemeClr>
        </a:solidFill>
        <a:ln>
          <a:noFill/>
        </a:ln>
      </a:spPr>
      <a:bodyPr/>
      <a:lstStyle/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auto">
        <a:prstGeom prst="rect">
          <a:avLst/>
        </a:prstGeom>
        <a:ln w="15875">
          <a:solidFill>
            <a:schemeClr val="bg2"/>
          </a:solidFill>
          <a:tailEnd type="triangle" w="lg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auto">
        <a:prstGeom prst="rect">
          <a:avLst/>
        </a:prstGeom>
        <a:noFill/>
      </a:spPr>
      <a:bodyPr/>
      <a:lstStyle/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DocSecurity>0</DocSecurity>
  <PresentationFormat>On-screen Show (4:3)</PresentationFormat>
  <Paragraphs>0</Paragraphs>
  <Slides>35</Slides>
  <Notes>35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6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</vt:vector>
  </TitlesOfParts>
  <Manager/>
  <Company/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Таблица</dc:title>
  <dc:subject/>
  <dc:creator>Приходько Антон</dc:creator>
  <cp:keywords/>
  <dc:description/>
  <dc:identifier/>
  <dc:language/>
  <cp:lastModifiedBy/>
  <cp:revision>187</cp:revision>
  <dcterms:created xsi:type="dcterms:W3CDTF">2023-02-20T15:32:58Z</dcterms:created>
  <dcterms:modified xsi:type="dcterms:W3CDTF">2026-10-08T21:43:09Z</dcterms:modified>
  <cp:category/>
  <cp:contentStatus/>
  <cp:version/>
</cp:coreProperties>
</file>